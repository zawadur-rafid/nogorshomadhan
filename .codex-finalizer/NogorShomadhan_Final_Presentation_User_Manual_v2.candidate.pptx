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9dbbd43c7054d79" /><Relationship Type="http://schemas.openxmlformats.org/officeDocument/2006/relationships/extended-properties" Target="/docProps/app.xml" Id="R639a4a659e0d49cd" /><Relationship Type="http://schemas.openxmlformats.org/officeDocument/2006/relationships/officeDocument" Target="/ppt/presentation.xml" Id="R7b342a2f28414187" /></Relationships>
</file>

<file path=ppt/presentation.xml><?xml version="1.0" encoding="utf-8"?>
<p:presentation xmlns:p="http://schemas.openxmlformats.org/presentationml/2006/main">
  <p:sldMasterIdLst>
    <p:sldMasterId xmlns:r="http://schemas.openxmlformats.org/officeDocument/2006/relationships" id="2147483648" r:id="R665d307bcb934070"/>
  </p:sldMasterIdLst>
  <p:notesMasterIdLst>
    <p:notesMasterId xmlns:r="http://schemas.openxmlformats.org/officeDocument/2006/relationships" r:id="Re6b89ce27b444cf2"/>
  </p:notesMasterIdLst>
  <p:sldIdLst>
    <p:sldId xmlns:r="http://schemas.openxmlformats.org/officeDocument/2006/relationships" id="256" r:id="R4ab512a2d750447d"/>
    <p:sldId xmlns:r="http://schemas.openxmlformats.org/officeDocument/2006/relationships" id="257" r:id="Rba2de79a90eb4930"/>
    <p:sldId xmlns:r="http://schemas.openxmlformats.org/officeDocument/2006/relationships" id="258" r:id="R6331f005cdb4418c"/>
    <p:sldId xmlns:r="http://schemas.openxmlformats.org/officeDocument/2006/relationships" id="259" r:id="R9ef491ae89d74a62"/>
    <p:sldId xmlns:r="http://schemas.openxmlformats.org/officeDocument/2006/relationships" id="260" r:id="R5c56492b88124bee"/>
    <p:sldId xmlns:r="http://schemas.openxmlformats.org/officeDocument/2006/relationships" id="261" r:id="R7a039f10336d402e"/>
    <p:sldId xmlns:r="http://schemas.openxmlformats.org/officeDocument/2006/relationships" id="262" r:id="Rcbf1a60e16f34a37"/>
    <p:sldId xmlns:r="http://schemas.openxmlformats.org/officeDocument/2006/relationships" id="263" r:id="R58b3da2eb1d34377"/>
    <p:sldId xmlns:r="http://schemas.openxmlformats.org/officeDocument/2006/relationships" id="264" r:id="R16ff50eba68c4e18"/>
    <p:sldId xmlns:r="http://schemas.openxmlformats.org/officeDocument/2006/relationships" id="265" r:id="Rc4d77637941b48d9"/>
    <p:sldId xmlns:r="http://schemas.openxmlformats.org/officeDocument/2006/relationships" id="266" r:id="Rd6520bfd5dc34620"/>
    <p:sldId xmlns:r="http://schemas.openxmlformats.org/officeDocument/2006/relationships" id="267" r:id="Rf433e2e92e974ec4"/>
    <p:sldId xmlns:r="http://schemas.openxmlformats.org/officeDocument/2006/relationships" id="268" r:id="R58aa9d046fa046e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e9389f4d6994552" /><Relationship Type="http://schemas.openxmlformats.org/officeDocument/2006/relationships/slideMaster" Target="/ppt/slideMasters/slideMaster1.xml" Id="R665d307bcb934070" /><Relationship Type="http://schemas.openxmlformats.org/officeDocument/2006/relationships/notesMaster" Target="/ppt/notesMasters/notesMaster1.xml" Id="Re6b89ce27b444cf2" /><Relationship Type="http://schemas.openxmlformats.org/officeDocument/2006/relationships/presProps" Target="/ppt/presProps.xml" Id="R30b89c3b642c434c" /><Relationship Type="http://schemas.openxmlformats.org/officeDocument/2006/relationships/tableStyles" Target="/ppt/tableStyles.xml" Id="R54b92d197a904956" /><Relationship Type="http://schemas.openxmlformats.org/officeDocument/2006/relationships/slide" Target="/ppt/slides/slide1.xml" Id="R4ab512a2d750447d" /><Relationship Type="http://schemas.openxmlformats.org/officeDocument/2006/relationships/slide" Target="/ppt/slides/slide2.xml" Id="Rba2de79a90eb4930" /><Relationship Type="http://schemas.openxmlformats.org/officeDocument/2006/relationships/slide" Target="/ppt/slides/slide3.xml" Id="R6331f005cdb4418c" /><Relationship Type="http://schemas.openxmlformats.org/officeDocument/2006/relationships/slide" Target="/ppt/slides/slide4.xml" Id="R9ef491ae89d74a62" /><Relationship Type="http://schemas.openxmlformats.org/officeDocument/2006/relationships/slide" Target="/ppt/slides/slide5.xml" Id="R5c56492b88124bee" /><Relationship Type="http://schemas.openxmlformats.org/officeDocument/2006/relationships/slide" Target="/ppt/slides/slide6.xml" Id="R7a039f10336d402e" /><Relationship Type="http://schemas.openxmlformats.org/officeDocument/2006/relationships/slide" Target="/ppt/slides/slide7.xml" Id="Rcbf1a60e16f34a37" /><Relationship Type="http://schemas.openxmlformats.org/officeDocument/2006/relationships/slide" Target="/ppt/slides/slide8.xml" Id="R58b3da2eb1d34377" /><Relationship Type="http://schemas.openxmlformats.org/officeDocument/2006/relationships/slide" Target="/ppt/slides/slide9.xml" Id="R16ff50eba68c4e18" /><Relationship Type="http://schemas.openxmlformats.org/officeDocument/2006/relationships/slide" Target="/ppt/slides/slide10.xml" Id="Rc4d77637941b48d9" /><Relationship Type="http://schemas.openxmlformats.org/officeDocument/2006/relationships/slide" Target="/ppt/slides/slide11.xml" Id="Rd6520bfd5dc34620" /><Relationship Type="http://schemas.openxmlformats.org/officeDocument/2006/relationships/slide" Target="/ppt/slides/slide12.xml" Id="Rf433e2e92e974ec4" /><Relationship Type="http://schemas.openxmlformats.org/officeDocument/2006/relationships/slide" Target="/ppt/slides/slide13.xml" Id="R58aa9d046fa046e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830115a7a9d4c5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1a422c26fdc4090" /><Relationship Type="http://schemas.openxmlformats.org/officeDocument/2006/relationships/notesMaster" Target="/ppt/notesMasters/notesMaster1.xml" Id="Rcd55b7c2edd145ca" /></Relationships>
</file>

<file path=ppt/notesSlides/_rels/notesSlide2.xml.rels>&#65279;<?xml version="1.0" encoding="utf-8"?><Relationships xmlns="http://schemas.openxmlformats.org/package/2006/relationships"><Relationship Type="http://schemas.openxmlformats.org/officeDocument/2006/relationships/slide" Target="/ppt/slides/slide2.xml" Id="R66d59acac55143df" /><Relationship Type="http://schemas.openxmlformats.org/officeDocument/2006/relationships/notesMaster" Target="/ppt/notesMasters/notesMaster1.xml" Id="Rc29a4207bd3b4a9c" /></Relationships>
</file>

<file path=ppt/notesSlides/_rels/notesSlide3.xml.rels>&#65279;<?xml version="1.0" encoding="utf-8"?><Relationships xmlns="http://schemas.openxmlformats.org/package/2006/relationships"><Relationship Type="http://schemas.openxmlformats.org/officeDocument/2006/relationships/slide" Target="/ppt/slides/slide3.xml" Id="Rd59c57b3555e4436" /><Relationship Type="http://schemas.openxmlformats.org/officeDocument/2006/relationships/notesMaster" Target="/ppt/notesMasters/notesMaster1.xml" Id="R2dd7786f9da94f38" /></Relationships>
</file>

<file path=ppt/notesSlides/_rels/notesSlide4.xml.rels>&#65279;<?xml version="1.0" encoding="utf-8"?><Relationships xmlns="http://schemas.openxmlformats.org/package/2006/relationships"><Relationship Type="http://schemas.openxmlformats.org/officeDocument/2006/relationships/slide" Target="/ppt/slides/slide4.xml" Id="Rcdbacbce7f3c4212" /><Relationship Type="http://schemas.openxmlformats.org/officeDocument/2006/relationships/notesMaster" Target="/ppt/notesMasters/notesMaster1.xml" Id="R94923e7a1b9145ec" /></Relationships>
</file>

<file path=ppt/notesSlides/_rels/notesSlide5.xml.rels>&#65279;<?xml version="1.0" encoding="utf-8"?><Relationships xmlns="http://schemas.openxmlformats.org/package/2006/relationships"><Relationship Type="http://schemas.openxmlformats.org/officeDocument/2006/relationships/slide" Target="/ppt/slides/slide5.xml" Id="R0dac90772f9f4f9c" /><Relationship Type="http://schemas.openxmlformats.org/officeDocument/2006/relationships/notesMaster" Target="/ppt/notesMasters/notesMaster1.xml" Id="R64757ae098f84658" /></Relationships>
</file>

<file path=ppt/notesSlides/_rels/notesSlide6.xml.rels>&#65279;<?xml version="1.0" encoding="utf-8"?><Relationships xmlns="http://schemas.openxmlformats.org/package/2006/relationships"><Relationship Type="http://schemas.openxmlformats.org/officeDocument/2006/relationships/slide" Target="/ppt/slides/slide6.xml" Id="R38a8bed191174934" /><Relationship Type="http://schemas.openxmlformats.org/officeDocument/2006/relationships/notesMaster" Target="/ppt/notesMasters/notesMaster1.xml" Id="Ra2ddbd4a567f42a0" /></Relationships>
</file>

<file path=ppt/notesSlides/_rels/notesSlide7.xml.rels>&#65279;<?xml version="1.0" encoding="utf-8"?><Relationships xmlns="http://schemas.openxmlformats.org/package/2006/relationships"><Relationship Type="http://schemas.openxmlformats.org/officeDocument/2006/relationships/slide" Target="/ppt/slides/slide7.xml" Id="Rd1d57542876c41c7" /><Relationship Type="http://schemas.openxmlformats.org/officeDocument/2006/relationships/notesMaster" Target="/ppt/notesMasters/notesMaster1.xml" Id="R99a5ad857935402c" /></Relationships>
</file>

<file path=ppt/notesSlides/_rels/notesSlide8.xml.rels>&#65279;<?xml version="1.0" encoding="utf-8"?><Relationships xmlns="http://schemas.openxmlformats.org/package/2006/relationships"><Relationship Type="http://schemas.openxmlformats.org/officeDocument/2006/relationships/slide" Target="/ppt/slides/slide8.xml" Id="R7270eac751d0488e" /><Relationship Type="http://schemas.openxmlformats.org/officeDocument/2006/relationships/notesMaster" Target="/ppt/notesMasters/notesMaster1.xml" Id="R5e10164f722d4585" /></Relationships>
</file>

<file path=ppt/notesSlides/_rels/notesSlide9.xml.rels>&#65279;<?xml version="1.0" encoding="utf-8"?><Relationships xmlns="http://schemas.openxmlformats.org/package/2006/relationships"><Relationship Type="http://schemas.openxmlformats.org/officeDocument/2006/relationships/slide" Target="/ppt/slides/slide9.xml" Id="R9ba8b54be9934714" /><Relationship Type="http://schemas.openxmlformats.org/officeDocument/2006/relationships/notesMaster" Target="/ppt/notesMasters/notesMaster1.xml" Id="R12dcad13ca394b5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615dad04cb04f25" /><Relationship Type="http://schemas.openxmlformats.org/officeDocument/2006/relationships/notesMaster" Target="/ppt/notesMasters/notesMaster1.xml" Id="Rf274477738dc45e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4b018a780ee4b75" /><Relationship Type="http://schemas.openxmlformats.org/officeDocument/2006/relationships/notesMaster" Target="/ppt/notesMasters/notesMaster1.xml" Id="Rf40c8041b243444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47e345da1ba4409" /><Relationship Type="http://schemas.openxmlformats.org/officeDocument/2006/relationships/notesMaster" Target="/ppt/notesMasters/notesMaster1.xml" Id="R3aa664244c0c4d4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f8984e02e7447f4" /><Relationship Type="http://schemas.openxmlformats.org/officeDocument/2006/relationships/notesMaster" Target="/ppt/notesMasters/notesMaster1.xml" Id="R2f852fe4cd6f4db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30 seconds. Introduce Nogor Shomadhan as a civic complaint platform connecting residents, administrators, and community authorities. State that the demonstration follows one complaint through its complete life cycle.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50 seconds. Explain the handoff between roles. Emphasize that AI assists classification and duplicate detection, while the admin makes the final review decision. The authority owns execution and evidence. The resident sees the full history and submits feedback.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45 seconds. Show the four status cards and recent complaints. Mention the navigation tabs once, then move directly to the complaint form. Authentication is demonstrated only if the evaluator asks.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70 seconds. Enter only enough data to demonstrate the required fields. Use a prepared photo to avoid camera delay. After submission, explain that classification and duplicate checking run automatically.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60 seconds. Explain that the AI does not delete complaints. It produces a confidence score and reason. The admin retains control. In the live dataset, the road-hole reports show a 98.5 percent match.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55 seconds. Open the review queue, select one complaint, and point to the evidence and decision controls. Do not spend time on account verification unless the evaluator asks about onboarding governance.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45 seconds. Use the workload cards to explain prioritization, then open the complaint queue. Choose an existing in-progress complaint so progress history and evidence are immediately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55 seconds. Point out the status badge, complaint metadata, location, and resident evidence. Explain that these checks reduce mistaken assignments before work starts.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70 seconds. Demonstrate one progress update. Add either a note, a photo, or a changed amount or deadline. Mention that any one change is enough to save an update, and the resident can see it afterward.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55 seconds. Show the final evidence and work history. Explain that the closed record is read-only for the authority and remains visible to residents for accountability.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50 seconds. Open My Complaints, select a resolved item, and jump to the feedback section. If time is tight, show the rating controls without submitting a new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50 seconds. Open one actionable notification, then show the analytics scope and period controls. Mention that the app generates resident, authority, and admin PDF summaries. Avoid waiting for the operating system share dialog during the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during rehearsal, not necessarily during the live demonstration. Keep two devices or browser sessions ready: one resident and one authority. Keep the admin duplicate review open in a third tab. During Q&amp;A, use the code map to jump directly to the relevant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6d987dc5960413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5ede7774bdf4c9d" /><Relationship Type="http://schemas.openxmlformats.org/officeDocument/2006/relationships/slideLayout" Target="/ppt/slideLayouts/slideLayout1.xml" Id="R5325a8a0dc0b4d3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325a8a0dc0b4d3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671d4c1f1b442ac" /><Relationship Type="http://schemas.openxmlformats.org/officeDocument/2006/relationships/image" Target="/ppt/media/image.png" Id="Rec8f7b80fe794b19" /><Relationship Type="http://schemas.openxmlformats.org/officeDocument/2006/relationships/image" Target="/ppt/media/image2.png" Id="R6f5aebf068344296" /><Relationship Type="http://schemas.openxmlformats.org/officeDocument/2006/relationships/notesSlide" Target="/ppt/notesSlides/notesSlide1.xml" Id="Rdfcc516e584545e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8aff49a67d24d71" /><Relationship Type="http://schemas.openxmlformats.org/officeDocument/2006/relationships/notesSlide" Target="/ppt/notesSlides/notesSlide2.xml" Id="Rea2f32bc85534d0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f5bfc8544c0478d" /><Relationship Type="http://schemas.openxmlformats.org/officeDocument/2006/relationships/image" Target="/ppt/media/image3.png" Id="R368ae7a271644a52" /><Relationship Type="http://schemas.openxmlformats.org/officeDocument/2006/relationships/notesSlide" Target="/ppt/notesSlides/notesSlide3.xml" Id="R8aefd7fc64e840b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549b20131ff4a66" /><Relationship Type="http://schemas.openxmlformats.org/officeDocument/2006/relationships/image" Target="/ppt/media/image4.png" Id="R9ce0e1439ab445e0" /><Relationship Type="http://schemas.openxmlformats.org/officeDocument/2006/relationships/image" Target="/ppt/media/image5.png" Id="R7a35ff37e9534e0e" /><Relationship Type="http://schemas.openxmlformats.org/officeDocument/2006/relationships/notesSlide" Target="/ppt/notesSlides/notesSlide4.xml" Id="R02908c283f1c45d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1b69b23297d4116" /><Relationship Type="http://schemas.openxmlformats.org/officeDocument/2006/relationships/image" Target="/ppt/media/image6.png" Id="R08bffad1661b4db6" /><Relationship Type="http://schemas.openxmlformats.org/officeDocument/2006/relationships/notesSlide" Target="/ppt/notesSlides/notesSlide5.xml" Id="R98f3c54cf70e48d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fa12ad870144669" /><Relationship Type="http://schemas.openxmlformats.org/officeDocument/2006/relationships/image" Target="/ppt/media/image7.png" Id="R5839b290336b4f5f" /><Relationship Type="http://schemas.openxmlformats.org/officeDocument/2006/relationships/image" Target="/ppt/media/image8.png" Id="Re75c81ae27014c11" /><Relationship Type="http://schemas.openxmlformats.org/officeDocument/2006/relationships/notesSlide" Target="/ppt/notesSlides/notesSlide6.xml" Id="Rcaf809053714480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de44742913d4a37" /><Relationship Type="http://schemas.openxmlformats.org/officeDocument/2006/relationships/image" Target="/ppt/media/image9.png" Id="Rd1472aece07e4d5b" /><Relationship Type="http://schemas.openxmlformats.org/officeDocument/2006/relationships/image" Target="/ppt/media/image10.png" Id="R7afce530449b4413" /><Relationship Type="http://schemas.openxmlformats.org/officeDocument/2006/relationships/notesSlide" Target="/ppt/notesSlides/notesSlide7.xml" Id="R7e7420b13a9640c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322ca56b942426f" /><Relationship Type="http://schemas.openxmlformats.org/officeDocument/2006/relationships/image" Target="/ppt/media/image11.png" Id="Rc7366f7dc51749f6" /><Relationship Type="http://schemas.openxmlformats.org/officeDocument/2006/relationships/notesSlide" Target="/ppt/notesSlides/notesSlide8.xml" Id="R60e33084ac1b432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34ac157bd02410b" /><Relationship Type="http://schemas.openxmlformats.org/officeDocument/2006/relationships/image" Target="/ppt/media/image12.png" Id="Rf7f18e49a5a44aff" /><Relationship Type="http://schemas.openxmlformats.org/officeDocument/2006/relationships/image" Target="/ppt/media/image13.png" Id="Re03fb9d574e94222" /><Relationship Type="http://schemas.openxmlformats.org/officeDocument/2006/relationships/notesSlide" Target="/ppt/notesSlides/notesSlide9.xml" Id="R6b0c8b21b7474e7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6ad0c7a2a7d44d4" /><Relationship Type="http://schemas.openxmlformats.org/officeDocument/2006/relationships/image" Target="/ppt/media/image14.png" Id="R3874c3ff04a1429a" /><Relationship Type="http://schemas.openxmlformats.org/officeDocument/2006/relationships/notesSlide" Target="/ppt/notesSlides/notesSlide10.xml" Id="Rc0e1784784b04f6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dcb04c9ee124225" /><Relationship Type="http://schemas.openxmlformats.org/officeDocument/2006/relationships/image" Target="/ppt/media/image15.png" Id="R4f3e8557f19b4142" /><Relationship Type="http://schemas.openxmlformats.org/officeDocument/2006/relationships/image" Target="/ppt/media/image16.png" Id="R0d5dbaeca7b34501" /><Relationship Type="http://schemas.openxmlformats.org/officeDocument/2006/relationships/notesSlide" Target="/ppt/notesSlides/notesSlide11.xml" Id="R29346033668845a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5c90184ee9f42ba" /><Relationship Type="http://schemas.openxmlformats.org/officeDocument/2006/relationships/image" Target="/ppt/media/image17.png" Id="R7df2dbe4f9b143a2" /><Relationship Type="http://schemas.openxmlformats.org/officeDocument/2006/relationships/image" Target="/ppt/media/image18.png" Id="Rdbf753d2dc0447c7" /><Relationship Type="http://schemas.openxmlformats.org/officeDocument/2006/relationships/notesSlide" Target="/ppt/notesSlides/notesSlide12.xml" Id="Rfc0c9609a387449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b62a31e24e94859" /><Relationship Type="http://schemas.openxmlformats.org/officeDocument/2006/relationships/notesSlide" Target="/ppt/notesSlides/notesSlide13.xml" Id="R56543b7acac64270" /></Relationships>
</file>

<file path=ppt/slides/slide1.xml><?xml version="1.0" encoding="utf-8"?>
<p:sld xmlns:p="http://schemas.openxmlformats.org/presentationml/2006/main">
  <p:cSld>
    <p:bg>
      <p:bgPr>
        <a:solidFill xmlns:a="http://schemas.openxmlformats.org/drawingml/2006/main">
          <a:srgbClr val="00475E"/>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ec8f7b80fe794b19"/>
          <a:srcRect xmlns:a="http://schemas.openxmlformats.org/drawingml/2006/main" l="21860" t="0" r="21860" b="0"/>
          <a:stretch xmlns:a="http://schemas.openxmlformats.org/drawingml/2006/main">
            <a:fillRect l="0" t="0" r="0" b="0"/>
          </a:stretch>
        </p:blipFill>
        <p:spPr>
          <a:xfrm xmlns:a="http://schemas.openxmlformats.org/drawingml/2006/main">
            <a:off x="5334000" y="0"/>
            <a:ext cx="6858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5C68BE9-98E2-4427-9EE2-E0ECE1CB892E}"/>
              </a:ext>
            </a:extLst>
          </p:cNvPr>
          <p:cNvSpPr>
            <a:spLocks xmlns:a="http://schemas.openxmlformats.org/drawingml/2006/main" noGrp="1"/>
          </p:cNvSpPr>
          <p:nvPr/>
        </p:nvSpPr>
        <p:spPr>
          <a:xfrm xmlns:a="http://schemas.openxmlformats.org/drawingml/2006/main">
            <a:off x="0" y="0"/>
            <a:ext cx="6572250" cy="6858000"/>
          </a:xfrm>
          <a:prstGeom xmlns:a="http://schemas.openxmlformats.org/drawingml/2006/main" prst="rect">
            <a:avLst/>
          </a:prstGeom>
          <a:solidFill xmlns:a="http://schemas.openxmlformats.org/drawingml/2006/main">
            <a:srgbClr val="00475E"/>
          </a:solidFill>
          <a:ln xmlns:a="http://schemas.openxmlformats.org/drawingml/2006/main" w="0">
            <a:solidFill>
              <a:srgbClr val="00475E"/>
            </a:solidFill>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6f5aebf068344296"/>
          <a:stretch xmlns:a="http://schemas.openxmlformats.org/drawingml/2006/main"/>
        </p:blipFill>
        <p:spPr>
          <a:xfrm xmlns:a="http://schemas.openxmlformats.org/drawingml/2006/main">
            <a:off x="669348" y="552450"/>
            <a:ext cx="680605" cy="7429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0CE1507-B44C-4F1B-AF7B-78B8E4D17F4A}"/>
              </a:ext>
            </a:extLst>
          </p:cNvPr>
          <p:cNvSpPr>
            <a:spLocks xmlns:a="http://schemas.openxmlformats.org/drawingml/2006/main" noGrp="1"/>
          </p:cNvSpPr>
          <p:nvPr/>
        </p:nvSpPr>
        <p:spPr>
          <a:xfrm xmlns:a="http://schemas.openxmlformats.org/drawingml/2006/main">
            <a:off x="666750" y="1600200"/>
            <a:ext cx="514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3600" b="1">
                <a:solidFill>
                  <a:srgbClr val="FFFFFF"/>
                </a:solidFill>
                <a:latin typeface="Arial"/>
                <a:ea typeface="Arial"/>
                <a:cs typeface="Arial"/>
              </a:defRPr>
            </a:pPr>
            <a:r>
              <a:rPr sz="3600" b="1">
                <a:solidFill>
                  <a:srgbClr val="FFFFFF"/>
                </a:solidFill>
                <a:latin typeface="Arial"/>
                <a:ea typeface="Arial"/>
                <a:cs typeface="Arial"/>
              </a:rPr>
              <a:t>Nogor Shomadhan</a:t>
            </a:r>
          </a:p>
        </p:txBody>
      </p:sp>
      <p:sp>
        <p:nvSpPr>
          <p:cNvPr id="5" name="">
            <a:extLst xmlns:a="http://schemas.openxmlformats.org/drawingml/2006/main">
              <a:ext uri="{FF2B5EF4-FFF2-40B4-BE49-F238E27FC236}">
                <a16:creationId xmlns:a16="http://schemas.microsoft.com/office/drawing/2014/main" id="{6C46E677-A037-4C49-A60B-BEE4CF6AC248}"/>
              </a:ext>
            </a:extLst>
          </p:cNvPr>
          <p:cNvSpPr>
            <a:spLocks xmlns:a="http://schemas.openxmlformats.org/drawingml/2006/main" noGrp="1"/>
          </p:cNvSpPr>
          <p:nvPr/>
        </p:nvSpPr>
        <p:spPr>
          <a:xfrm xmlns:a="http://schemas.openxmlformats.org/drawingml/2006/main">
            <a:off x="685800" y="2343150"/>
            <a:ext cx="4762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75" b="0">
                <a:solidFill>
                  <a:srgbClr val="DCECF1"/>
                </a:solidFill>
                <a:latin typeface="Arial"/>
                <a:ea typeface="Arial"/>
                <a:cs typeface="Arial"/>
              </a:defRPr>
            </a:pPr>
            <a:r>
              <a:rPr sz="1875" b="0">
                <a:solidFill>
                  <a:srgbClr val="DCECF1"/>
                </a:solidFill>
                <a:latin typeface="Arial"/>
                <a:ea typeface="Arial"/>
                <a:cs typeface="Arial"/>
              </a:rPr>
              <a:t>Application demonstration and user manual</a:t>
            </a:r>
          </a:p>
        </p:txBody>
      </p:sp>
      <p:sp>
        <p:nvSpPr>
          <p:cNvPr id="6" name="">
            <a:extLst xmlns:a="http://schemas.openxmlformats.org/drawingml/2006/main">
              <a:ext uri="{FF2B5EF4-FFF2-40B4-BE49-F238E27FC236}">
                <a16:creationId xmlns:a16="http://schemas.microsoft.com/office/drawing/2014/main" id="{5DEDE259-F700-49D6-9EF5-267ECD3392D2}"/>
              </a:ext>
            </a:extLst>
          </p:cNvPr>
          <p:cNvSpPr>
            <a:spLocks xmlns:a="http://schemas.openxmlformats.org/drawingml/2006/main" noGrp="1"/>
          </p:cNvSpPr>
          <p:nvPr/>
        </p:nvSpPr>
        <p:spPr>
          <a:xfrm xmlns:a="http://schemas.openxmlformats.org/drawingml/2006/main">
            <a:off x="685800" y="314325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1">
                <a:solidFill>
                  <a:srgbClr val="B8D8E0"/>
                </a:solidFill>
                <a:latin typeface="Arial"/>
                <a:ea typeface="Arial"/>
                <a:cs typeface="Arial"/>
              </a:defRPr>
            </a:pPr>
            <a:r>
              <a:rPr sz="1350" b="1">
                <a:solidFill>
                  <a:srgbClr val="B8D8E0"/>
                </a:solidFill>
                <a:latin typeface="Arial"/>
                <a:ea typeface="Arial"/>
                <a:cs typeface="Arial"/>
              </a:rPr>
              <a:t>Resident report / AI review / Authority resolution</a:t>
            </a:r>
          </a:p>
        </p:txBody>
      </p:sp>
      <p:sp>
        <p:nvSpPr>
          <p:cNvPr id="7" name="">
            <a:extLst xmlns:a="http://schemas.openxmlformats.org/drawingml/2006/main">
              <a:ext uri="{FF2B5EF4-FFF2-40B4-BE49-F238E27FC236}">
                <a16:creationId xmlns:a16="http://schemas.microsoft.com/office/drawing/2014/main" id="{101EEB77-9C41-4F45-ACA6-17157B94DBE2}"/>
              </a:ext>
            </a:extLst>
          </p:cNvPr>
          <p:cNvSpPr>
            <a:spLocks xmlns:a="http://schemas.openxmlformats.org/drawingml/2006/main" noGrp="1"/>
          </p:cNvSpPr>
          <p:nvPr/>
        </p:nvSpPr>
        <p:spPr>
          <a:xfrm xmlns:a="http://schemas.openxmlformats.org/drawingml/2006/main">
            <a:off x="685800" y="4095750"/>
            <a:ext cx="2381250" cy="438150"/>
          </a:xfrm>
          <a:prstGeom xmlns:a="http://schemas.openxmlformats.org/drawingml/2006/main" prst="roundRect">
            <a:avLst>
              <a:gd name="adj" fmla="val 50000"/>
            </a:avLst>
          </a:prstGeom>
          <a:solidFill xmlns:a="http://schemas.openxmlformats.org/drawingml/2006/main">
            <a:srgbClr val="F59E57"/>
          </a:solidFill>
          <a:ln xmlns:a="http://schemas.openxmlformats.org/drawingml/2006/main" w="9525">
            <a:solidFill>
              <a:srgbClr val="F59E57"/>
            </a:solidFill>
          </a:ln>
        </p:spPr>
        <p:txBody>
          <a:bodyPr xmlns:a="http://schemas.openxmlformats.org/drawingml/2006/main" anchor="ctr"/>
          <a:lstStyle xmlns:a="http://schemas.openxmlformats.org/drawingml/2006/main"/>
          <a:p xmlns:a="http://schemas.openxmlformats.org/drawingml/2006/main">
            <a:pPr algn="ctr">
              <a:defRPr sz="1125" b="1">
                <a:solidFill>
                  <a:srgbClr val="173042"/>
                </a:solidFill>
                <a:latin typeface="Arial"/>
                <a:ea typeface="Arial"/>
                <a:cs typeface="Arial"/>
              </a:defRPr>
            </a:pPr>
            <a:r>
              <a:rPr sz="1125" b="1">
                <a:solidFill>
                  <a:srgbClr val="173042"/>
                </a:solidFill>
                <a:latin typeface="Arial"/>
                <a:ea typeface="Arial"/>
                <a:cs typeface="Arial"/>
              </a:rPr>
              <a:t>FINAL PRESENTATION · WEEK 13</a:t>
            </a:r>
          </a:p>
        </p:txBody>
      </p:sp>
      <p:sp>
        <p:nvSpPr>
          <p:cNvPr id="8" name="">
            <a:extLst xmlns:a="http://schemas.openxmlformats.org/drawingml/2006/main">
              <a:ext uri="{FF2B5EF4-FFF2-40B4-BE49-F238E27FC236}">
                <a16:creationId xmlns:a16="http://schemas.microsoft.com/office/drawing/2014/main" id="{69035251-650C-4A1F-B191-9A1DCD584B8F}"/>
              </a:ext>
            </a:extLst>
          </p:cNvPr>
          <p:cNvSpPr>
            <a:spLocks xmlns:a="http://schemas.openxmlformats.org/drawingml/2006/main" noGrp="1"/>
          </p:cNvSpPr>
          <p:nvPr/>
        </p:nvSpPr>
        <p:spPr>
          <a:xfrm xmlns:a="http://schemas.openxmlformats.org/drawingml/2006/main">
            <a:off x="685800" y="4762500"/>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FFFFFF"/>
                </a:solidFill>
                <a:latin typeface="Arial"/>
                <a:ea typeface="Arial"/>
                <a:cs typeface="Arial"/>
              </a:defRPr>
            </a:pPr>
            <a:r>
              <a:rPr sz="1275" b="0">
                <a:solidFill>
                  <a:srgbClr val="FFFFFF"/>
                </a:solidFill>
                <a:latin typeface="Arial"/>
                <a:ea typeface="Arial"/>
                <a:cs typeface="Arial"/>
              </a:rPr>
              <a:t>12-minute group presentation</a:t>
            </a:r>
          </a:p>
        </p:txBody>
      </p:sp>
    </p:spTree>
    <p:extLst>
      <p:ext uri="{BB962C8B-B14F-4D97-AF65-F5344CB8AC3E}">
        <p14:creationId xmlns:p14="http://schemas.microsoft.com/office/powerpoint/2010/main" val="420206384"/>
      </p:ext>
    </p:extLst>
  </p:cSld>
</p:sld>
</file>

<file path=ppt/slides/slide2.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1D55EA1A-1443-4488-BF60-DEFD1CC0DF9B}"/>
              </a:ext>
            </a:extLst>
          </p:cNvPr>
          <p:cNvSpPr>
            <a:spLocks xmlns:a="http://schemas.openxmlformats.org/drawingml/2006/main" noGrp="1"/>
          </p:cNvSpPr>
          <p:nvPr/>
        </p:nvSpPr>
        <p:spPr>
          <a:xfrm xmlns:a="http://schemas.openxmlformats.org/drawingml/2006/main">
            <a:off x="381000" y="266700"/>
            <a:ext cx="476250" cy="438150"/>
          </a:xfrm>
          <a:prstGeom xmlns:a="http://schemas.openxmlformats.org/drawingml/2006/main" prst="roundRect">
            <a:avLst>
              <a:gd name="adj" fmla="val 19565"/>
            </a:avLst>
          </a:prstGeom>
          <a:solidFill xmlns:a="http://schemas.openxmlformats.org/drawingml/2006/main">
            <a:srgbClr val="00475E"/>
          </a:solidFill>
          <a:ln xmlns:a="http://schemas.openxmlformats.org/drawingml/2006/main" w="9525">
            <a:solidFill>
              <a:srgbClr val="00475E"/>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1</a:t>
            </a:r>
          </a:p>
        </p:txBody>
      </p:sp>
      <p:sp>
        <p:nvSpPr>
          <p:cNvPr id="2" name="">
            <a:extLst xmlns:a="http://schemas.openxmlformats.org/drawingml/2006/main">
              <a:ext uri="{FF2B5EF4-FFF2-40B4-BE49-F238E27FC236}">
                <a16:creationId xmlns:a16="http://schemas.microsoft.com/office/drawing/2014/main" id="{8F6D7BCF-4A08-4D0B-9F2C-03E2E2CD94C0}"/>
              </a:ext>
            </a:extLst>
          </p:cNvPr>
          <p:cNvSpPr>
            <a:spLocks xmlns:a="http://schemas.openxmlformats.org/drawingml/2006/main" noGrp="1"/>
          </p:cNvSpPr>
          <p:nvPr/>
        </p:nvSpPr>
        <p:spPr>
          <a:xfrm xmlns:a="http://schemas.openxmlformats.org/drawingml/2006/main">
            <a:off x="990600" y="238125"/>
            <a:ext cx="828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325" b="1">
                <a:solidFill>
                  <a:srgbClr val="173042"/>
                </a:solidFill>
                <a:latin typeface="Arial"/>
                <a:ea typeface="Arial"/>
                <a:cs typeface="Arial"/>
              </a:defRPr>
            </a:pPr>
            <a:r>
              <a:rPr sz="2325" b="1">
                <a:solidFill>
                  <a:srgbClr val="173042"/>
                </a:solidFill>
                <a:latin typeface="Arial"/>
                <a:ea typeface="Arial"/>
                <a:cs typeface="Arial"/>
              </a:rPr>
              <a:t>Complete complaint workflow</a:t>
            </a:r>
          </a:p>
        </p:txBody>
      </p:sp>
      <p:sp>
        <p:nvSpPr>
          <p:cNvPr id="3" name="">
            <a:extLst xmlns:a="http://schemas.openxmlformats.org/drawingml/2006/main">
              <a:ext uri="{FF2B5EF4-FFF2-40B4-BE49-F238E27FC236}">
                <a16:creationId xmlns:a16="http://schemas.microsoft.com/office/drawing/2014/main" id="{C2BA4B6D-EA02-4EC0-9A3E-536C645D8A00}"/>
              </a:ext>
            </a:extLst>
          </p:cNvPr>
          <p:cNvSpPr>
            <a:spLocks xmlns:a="http://schemas.openxmlformats.org/drawingml/2006/main" noGrp="1"/>
          </p:cNvSpPr>
          <p:nvPr/>
        </p:nvSpPr>
        <p:spPr>
          <a:xfrm xmlns:a="http://schemas.openxmlformats.org/drawingml/2006/main">
            <a:off x="10325100" y="285750"/>
            <a:ext cx="1276350" cy="323850"/>
          </a:xfrm>
          <a:prstGeom xmlns:a="http://schemas.openxmlformats.org/drawingml/2006/main" prst="roundRect">
            <a:avLst>
              <a:gd name="adj" fmla="val 50000"/>
            </a:avLst>
          </a:prstGeom>
          <a:solidFill xmlns:a="http://schemas.openxmlformats.org/drawingml/2006/main">
            <a:srgbClr val="E4F0F3"/>
          </a:solidFill>
          <a:ln xmlns:a="http://schemas.openxmlformats.org/drawingml/2006/main" w="9525">
            <a:solidFill>
              <a:srgbClr val="E4F0F3"/>
            </a:solidFill>
            <a:prstDash val="solid"/>
          </a:ln>
        </p:spPr>
        <p:txBody>
          <a:bodyPr xmlns:a="http://schemas.openxmlformats.org/drawingml/2006/main" anchor="ctr">
            <a:noAutofit/>
          </a:bodyPr>
          <a:lstStyle xmlns:a="http://schemas.openxmlformats.org/drawingml/2006/main"/>
          <a:p xmlns:a="http://schemas.openxmlformats.org/drawingml/2006/main">
            <a:pPr algn="ctr">
              <a:defRPr sz="1125" b="1">
                <a:solidFill>
                  <a:srgbClr val="00475E"/>
                </a:solidFill>
                <a:latin typeface="Arial"/>
                <a:ea typeface="Arial"/>
                <a:cs typeface="Arial"/>
              </a:defRPr>
            </a:pPr>
            <a:r>
              <a:rPr sz="1125" b="1">
                <a:solidFill>
                  <a:srgbClr val="00475E"/>
                </a:solidFill>
                <a:latin typeface="Arial"/>
                <a:ea typeface="Arial"/>
                <a:cs typeface="Arial"/>
              </a:rPr>
              <a:t>Both roles</a:t>
            </a:r>
          </a:p>
        </p:txBody>
      </p:sp>
      <p:sp>
        <p:nvSpPr>
          <p:cNvPr id="4" name="">
            <a:extLst xmlns:a="http://schemas.openxmlformats.org/drawingml/2006/main">
              <a:ext uri="{FF2B5EF4-FFF2-40B4-BE49-F238E27FC236}">
                <a16:creationId xmlns:a16="http://schemas.microsoft.com/office/drawing/2014/main" id="{8C97312D-464B-4D95-A255-2BBD3328F769}"/>
              </a:ext>
            </a:extLst>
          </p:cNvPr>
          <p:cNvSpPr>
            <a:spLocks xmlns:a="http://schemas.openxmlformats.org/drawingml/2006/main" noGrp="1"/>
          </p:cNvSpPr>
          <p:nvPr/>
        </p:nvSpPr>
        <p:spPr>
          <a:xfrm xmlns:a="http://schemas.openxmlformats.org/drawingml/2006/main">
            <a:off x="381000" y="876300"/>
            <a:ext cx="1143000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5" name="">
            <a:extLst xmlns:a="http://schemas.openxmlformats.org/drawingml/2006/main">
              <a:ext uri="{FF2B5EF4-FFF2-40B4-BE49-F238E27FC236}">
                <a16:creationId xmlns:a16="http://schemas.microsoft.com/office/drawing/2014/main" id="{C324B049-7D11-4F69-AB55-24E2412F8518}"/>
              </a:ext>
            </a:extLst>
          </p:cNvPr>
          <p:cNvSpPr>
            <a:spLocks xmlns:a="http://schemas.openxmlformats.org/drawingml/2006/main" noGrp="1"/>
          </p:cNvSpPr>
          <p:nvPr/>
        </p:nvSpPr>
        <p:spPr>
          <a:xfrm xmlns:a="http://schemas.openxmlformats.org/drawingml/2006/main">
            <a:off x="457200" y="1714500"/>
            <a:ext cx="1981200" cy="2571750"/>
          </a:xfrm>
          <a:prstGeom xmlns:a="http://schemas.openxmlformats.org/drawingml/2006/main" prst="roundRect">
            <a:avLst>
              <a:gd name="adj" fmla="val 8654"/>
            </a:avLst>
          </a:prstGeom>
          <a:solidFill xmlns:a="http://schemas.openxmlformats.org/drawingml/2006/main">
            <a:srgbClr val="DDF3F0"/>
          </a:solidFill>
          <a:ln xmlns:a="http://schemas.openxmlformats.org/drawingml/2006/main" w="19050">
            <a:solidFill>
              <a:srgbClr val="176B74"/>
            </a:solidFill>
            <a:prstDash val="solid"/>
          </a:ln>
        </p:spPr>
      </p:sp>
      <p:sp>
        <p:nvSpPr>
          <p:cNvPr id="6" name="">
            <a:extLst xmlns:a="http://schemas.openxmlformats.org/drawingml/2006/main">
              <a:ext uri="{FF2B5EF4-FFF2-40B4-BE49-F238E27FC236}">
                <a16:creationId xmlns:a16="http://schemas.microsoft.com/office/drawing/2014/main" id="{B07ACAEF-D4C3-4385-890C-297323C34E38}"/>
              </a:ext>
            </a:extLst>
          </p:cNvPr>
          <p:cNvSpPr>
            <a:spLocks xmlns:a="http://schemas.openxmlformats.org/drawingml/2006/main" noGrp="1"/>
          </p:cNvSpPr>
          <p:nvPr/>
        </p:nvSpPr>
        <p:spPr>
          <a:xfrm xmlns:a="http://schemas.openxmlformats.org/drawingml/2006/main">
            <a:off x="1143000" y="1257300"/>
            <a:ext cx="609600" cy="609600"/>
          </a:xfrm>
          <a:prstGeom xmlns:a="http://schemas.openxmlformats.org/drawingml/2006/main" prst="ellipse">
            <a:avLst/>
          </a:prstGeom>
          <a:solidFill xmlns:a="http://schemas.openxmlformats.org/drawingml/2006/main">
            <a:srgbClr val="176B74"/>
          </a:solidFill>
          <a:ln xmlns:a="http://schemas.openxmlformats.org/drawingml/2006/main" w="2857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950" b="1">
                <a:solidFill>
                  <a:srgbClr val="FFFFFF"/>
                </a:solidFill>
                <a:latin typeface="Arial"/>
                <a:ea typeface="Arial"/>
                <a:cs typeface="Arial"/>
              </a:defRPr>
            </a:pPr>
            <a:r>
              <a:rPr sz="1950" b="1">
                <a:solidFill>
                  <a:srgbClr val="FFFFFF"/>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9ADB6E0D-F5EB-4D09-BF2F-5AFFC813F088}"/>
              </a:ext>
            </a:extLst>
          </p:cNvPr>
          <p:cNvSpPr>
            <a:spLocks xmlns:a="http://schemas.openxmlformats.org/drawingml/2006/main" noGrp="1"/>
          </p:cNvSpPr>
          <p:nvPr/>
        </p:nvSpPr>
        <p:spPr>
          <a:xfrm xmlns:a="http://schemas.openxmlformats.org/drawingml/2006/main">
            <a:off x="647700" y="2133600"/>
            <a:ext cx="1600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200" b="1">
                <a:solidFill>
                  <a:srgbClr val="176B74"/>
                </a:solidFill>
                <a:latin typeface="Arial"/>
                <a:ea typeface="Arial"/>
                <a:cs typeface="Arial"/>
              </a:defRPr>
            </a:pPr>
            <a:r>
              <a:rPr sz="1200" b="1">
                <a:solidFill>
                  <a:srgbClr val="176B74"/>
                </a:solidFill>
                <a:latin typeface="Arial"/>
                <a:ea typeface="Arial"/>
                <a:cs typeface="Arial"/>
              </a:rPr>
              <a:t>Resident</a:t>
            </a:r>
          </a:p>
        </p:txBody>
      </p:sp>
      <p:sp>
        <p:nvSpPr>
          <p:cNvPr id="8" name="">
            <a:extLst xmlns:a="http://schemas.openxmlformats.org/drawingml/2006/main">
              <a:ext uri="{FF2B5EF4-FFF2-40B4-BE49-F238E27FC236}">
                <a16:creationId xmlns:a16="http://schemas.microsoft.com/office/drawing/2014/main" id="{680F6DF6-4477-4E23-B80F-A04661579F54}"/>
              </a:ext>
            </a:extLst>
          </p:cNvPr>
          <p:cNvSpPr>
            <a:spLocks xmlns:a="http://schemas.openxmlformats.org/drawingml/2006/main" noGrp="1"/>
          </p:cNvSpPr>
          <p:nvPr/>
        </p:nvSpPr>
        <p:spPr>
          <a:xfrm xmlns:a="http://schemas.openxmlformats.org/drawingml/2006/main">
            <a:off x="628650" y="2619375"/>
            <a:ext cx="1638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800" b="1">
                <a:solidFill>
                  <a:srgbClr val="173042"/>
                </a:solidFill>
                <a:latin typeface="Arial"/>
                <a:ea typeface="Arial"/>
                <a:cs typeface="Arial"/>
              </a:defRPr>
            </a:pPr>
            <a:r>
              <a:rPr sz="1800" b="1">
                <a:solidFill>
                  <a:srgbClr val="173042"/>
                </a:solidFill>
                <a:latin typeface="Arial"/>
                <a:ea typeface="Arial"/>
                <a:cs typeface="Arial"/>
              </a:rPr>
              <a:t>Report issue</a:t>
            </a:r>
          </a:p>
        </p:txBody>
      </p:sp>
      <p:sp>
        <p:nvSpPr>
          <p:cNvPr id="9" name="">
            <a:extLst xmlns:a="http://schemas.openxmlformats.org/drawingml/2006/main">
              <a:ext uri="{FF2B5EF4-FFF2-40B4-BE49-F238E27FC236}">
                <a16:creationId xmlns:a16="http://schemas.microsoft.com/office/drawing/2014/main" id="{475D5A2B-DF19-495C-8FFA-26DA0296CD8D}"/>
              </a:ext>
            </a:extLst>
          </p:cNvPr>
          <p:cNvSpPr>
            <a:spLocks xmlns:a="http://schemas.openxmlformats.org/drawingml/2006/main" noGrp="1"/>
          </p:cNvSpPr>
          <p:nvPr/>
        </p:nvSpPr>
        <p:spPr>
          <a:xfrm xmlns:a="http://schemas.openxmlformats.org/drawingml/2006/main">
            <a:off x="647700" y="3333750"/>
            <a:ext cx="1600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200" b="0">
                <a:solidFill>
                  <a:srgbClr val="607284"/>
                </a:solidFill>
                <a:latin typeface="Arial"/>
                <a:ea typeface="Arial"/>
                <a:cs typeface="Arial"/>
              </a:defRPr>
            </a:pPr>
            <a:r>
              <a:rPr sz="1200" b="0">
                <a:solidFill>
                  <a:srgbClr val="607284"/>
                </a:solidFill>
                <a:latin typeface="Arial"/>
                <a:ea typeface="Arial"/>
                <a:cs typeface="Arial"/>
              </a:rPr>
              <a:t>Photo, location, description</a:t>
            </a:r>
          </a:p>
        </p:txBody>
      </p:sp>
      <p:sp>
        <p:nvSpPr>
          <p:cNvPr id="10" name="">
            <a:extLst xmlns:a="http://schemas.openxmlformats.org/drawingml/2006/main">
              <a:ext uri="{FF2B5EF4-FFF2-40B4-BE49-F238E27FC236}">
                <a16:creationId xmlns:a16="http://schemas.microsoft.com/office/drawing/2014/main" id="{F669D07A-3554-4C1D-90C7-09F2D68B1A70}"/>
              </a:ext>
            </a:extLst>
          </p:cNvPr>
          <p:cNvSpPr>
            <a:spLocks xmlns:a="http://schemas.openxmlformats.org/drawingml/2006/main" noGrp="1"/>
          </p:cNvSpPr>
          <p:nvPr/>
        </p:nvSpPr>
        <p:spPr>
          <a:xfrm xmlns:a="http://schemas.openxmlformats.org/drawingml/2006/main">
            <a:off x="2457450" y="2781300"/>
            <a:ext cx="323850" cy="342900"/>
          </a:xfrm>
          <a:prstGeom xmlns:a="http://schemas.openxmlformats.org/drawingml/2006/main" prst="rightArrow">
            <a:avLst/>
          </a:prstGeom>
          <a:solidFill xmlns:a="http://schemas.openxmlformats.org/drawingml/2006/main">
            <a:srgbClr val="D6E1E8"/>
          </a:solidFill>
          <a:ln xmlns:a="http://schemas.openxmlformats.org/drawingml/2006/main" w="9525">
            <a:solidFill>
              <a:srgbClr val="D6E1E8"/>
            </a:solidFill>
          </a:ln>
        </p:spPr>
      </p:sp>
      <p:sp>
        <p:nvSpPr>
          <p:cNvPr id="11" name="">
            <a:extLst xmlns:a="http://schemas.openxmlformats.org/drawingml/2006/main">
              <a:ext uri="{FF2B5EF4-FFF2-40B4-BE49-F238E27FC236}">
                <a16:creationId xmlns:a16="http://schemas.microsoft.com/office/drawing/2014/main" id="{3A997782-9AE0-4DCE-B861-79BC4DE787A0}"/>
              </a:ext>
            </a:extLst>
          </p:cNvPr>
          <p:cNvSpPr>
            <a:spLocks xmlns:a="http://schemas.openxmlformats.org/drawingml/2006/main" noGrp="1"/>
          </p:cNvSpPr>
          <p:nvPr/>
        </p:nvSpPr>
        <p:spPr>
          <a:xfrm xmlns:a="http://schemas.openxmlformats.org/drawingml/2006/main">
            <a:off x="2800350" y="1714500"/>
            <a:ext cx="1981200" cy="2571750"/>
          </a:xfrm>
          <a:prstGeom xmlns:a="http://schemas.openxmlformats.org/drawingml/2006/main" prst="roundRect">
            <a:avLst>
              <a:gd name="adj" fmla="val 8654"/>
            </a:avLst>
          </a:prstGeom>
          <a:solidFill xmlns:a="http://schemas.openxmlformats.org/drawingml/2006/main">
            <a:srgbClr val="FFF0D8"/>
          </a:solidFill>
          <a:ln xmlns:a="http://schemas.openxmlformats.org/drawingml/2006/main" w="19050">
            <a:solidFill>
              <a:srgbClr val="9A5A18"/>
            </a:solidFill>
            <a:prstDash val="solid"/>
          </a:ln>
        </p:spPr>
      </p:sp>
      <p:sp>
        <p:nvSpPr>
          <p:cNvPr id="12" name="">
            <a:extLst xmlns:a="http://schemas.openxmlformats.org/drawingml/2006/main">
              <a:ext uri="{FF2B5EF4-FFF2-40B4-BE49-F238E27FC236}">
                <a16:creationId xmlns:a16="http://schemas.microsoft.com/office/drawing/2014/main" id="{BED17144-F99A-486A-8A52-2F49904DCFBD}"/>
              </a:ext>
            </a:extLst>
          </p:cNvPr>
          <p:cNvSpPr>
            <a:spLocks xmlns:a="http://schemas.openxmlformats.org/drawingml/2006/main" noGrp="1"/>
          </p:cNvSpPr>
          <p:nvPr/>
        </p:nvSpPr>
        <p:spPr>
          <a:xfrm xmlns:a="http://schemas.openxmlformats.org/drawingml/2006/main">
            <a:off x="3486150" y="1257300"/>
            <a:ext cx="609600" cy="609600"/>
          </a:xfrm>
          <a:prstGeom xmlns:a="http://schemas.openxmlformats.org/drawingml/2006/main" prst="ellipse">
            <a:avLst/>
          </a:prstGeom>
          <a:solidFill xmlns:a="http://schemas.openxmlformats.org/drawingml/2006/main">
            <a:srgbClr val="9A5A18"/>
          </a:solidFill>
          <a:ln xmlns:a="http://schemas.openxmlformats.org/drawingml/2006/main" w="2857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950" b="1">
                <a:solidFill>
                  <a:srgbClr val="FFFFFF"/>
                </a:solidFill>
                <a:latin typeface="Arial"/>
                <a:ea typeface="Arial"/>
                <a:cs typeface="Arial"/>
              </a:defRPr>
            </a:pPr>
            <a:r>
              <a:rPr sz="1950" b="1">
                <a:solidFill>
                  <a:srgbClr val="FFFFFF"/>
                </a:solidFill>
                <a:latin typeface="Arial"/>
                <a:ea typeface="Arial"/>
                <a:cs typeface="Arial"/>
              </a:rPr>
              <a:t>2</a:t>
            </a:r>
          </a:p>
        </p:txBody>
      </p:sp>
      <p:sp>
        <p:nvSpPr>
          <p:cNvPr id="13" name="">
            <a:extLst xmlns:a="http://schemas.openxmlformats.org/drawingml/2006/main">
              <a:ext uri="{FF2B5EF4-FFF2-40B4-BE49-F238E27FC236}">
                <a16:creationId xmlns:a16="http://schemas.microsoft.com/office/drawing/2014/main" id="{09132CEA-E076-487E-AB1A-1C761CB0A12D}"/>
              </a:ext>
            </a:extLst>
          </p:cNvPr>
          <p:cNvSpPr>
            <a:spLocks xmlns:a="http://schemas.openxmlformats.org/drawingml/2006/main" noGrp="1"/>
          </p:cNvSpPr>
          <p:nvPr/>
        </p:nvSpPr>
        <p:spPr>
          <a:xfrm xmlns:a="http://schemas.openxmlformats.org/drawingml/2006/main">
            <a:off x="2990850" y="2133600"/>
            <a:ext cx="1600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200" b="1">
                <a:solidFill>
                  <a:srgbClr val="9A5A18"/>
                </a:solidFill>
                <a:latin typeface="Arial"/>
                <a:ea typeface="Arial"/>
                <a:cs typeface="Arial"/>
              </a:defRPr>
            </a:pPr>
            <a:r>
              <a:rPr sz="1200" b="1">
                <a:solidFill>
                  <a:srgbClr val="9A5A18"/>
                </a:solidFill>
                <a:latin typeface="Arial"/>
                <a:ea typeface="Arial"/>
                <a:cs typeface="Arial"/>
              </a:rPr>
              <a:t>System</a:t>
            </a:r>
          </a:p>
        </p:txBody>
      </p:sp>
      <p:sp>
        <p:nvSpPr>
          <p:cNvPr id="14" name="">
            <a:extLst xmlns:a="http://schemas.openxmlformats.org/drawingml/2006/main">
              <a:ext uri="{FF2B5EF4-FFF2-40B4-BE49-F238E27FC236}">
                <a16:creationId xmlns:a16="http://schemas.microsoft.com/office/drawing/2014/main" id="{62D93719-0B3D-41D7-B940-6C2F4C4AFF81}"/>
              </a:ext>
            </a:extLst>
          </p:cNvPr>
          <p:cNvSpPr>
            <a:spLocks xmlns:a="http://schemas.openxmlformats.org/drawingml/2006/main" noGrp="1"/>
          </p:cNvSpPr>
          <p:nvPr/>
        </p:nvSpPr>
        <p:spPr>
          <a:xfrm xmlns:a="http://schemas.openxmlformats.org/drawingml/2006/main">
            <a:off x="2971800" y="2619375"/>
            <a:ext cx="1638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800" b="1">
                <a:solidFill>
                  <a:srgbClr val="173042"/>
                </a:solidFill>
                <a:latin typeface="Arial"/>
                <a:ea typeface="Arial"/>
                <a:cs typeface="Arial"/>
              </a:defRPr>
            </a:pPr>
            <a:r>
              <a:rPr sz="1800" b="1">
                <a:solidFill>
                  <a:srgbClr val="173042"/>
                </a:solidFill>
                <a:latin typeface="Arial"/>
                <a:ea typeface="Arial"/>
                <a:cs typeface="Arial"/>
              </a:rPr>
              <a:t>Classify and compare</a:t>
            </a:r>
          </a:p>
        </p:txBody>
      </p:sp>
      <p:sp>
        <p:nvSpPr>
          <p:cNvPr id="15" name="">
            <a:extLst xmlns:a="http://schemas.openxmlformats.org/drawingml/2006/main">
              <a:ext uri="{FF2B5EF4-FFF2-40B4-BE49-F238E27FC236}">
                <a16:creationId xmlns:a16="http://schemas.microsoft.com/office/drawing/2014/main" id="{29D46F08-10E3-49EC-934B-BA8BDFE377A2}"/>
              </a:ext>
            </a:extLst>
          </p:cNvPr>
          <p:cNvSpPr>
            <a:spLocks xmlns:a="http://schemas.openxmlformats.org/drawingml/2006/main" noGrp="1"/>
          </p:cNvSpPr>
          <p:nvPr/>
        </p:nvSpPr>
        <p:spPr>
          <a:xfrm xmlns:a="http://schemas.openxmlformats.org/drawingml/2006/main">
            <a:off x="2990850" y="3333750"/>
            <a:ext cx="1600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200" b="0">
                <a:solidFill>
                  <a:srgbClr val="607284"/>
                </a:solidFill>
                <a:latin typeface="Arial"/>
                <a:ea typeface="Arial"/>
                <a:cs typeface="Arial"/>
              </a:defRPr>
            </a:pPr>
            <a:r>
              <a:rPr sz="1200" b="0">
                <a:solidFill>
                  <a:srgbClr val="607284"/>
                </a:solidFill>
                <a:latin typeface="Arial"/>
                <a:ea typeface="Arial"/>
                <a:cs typeface="Arial"/>
              </a:rPr>
              <a:t>AI category and duplicate check</a:t>
            </a:r>
          </a:p>
        </p:txBody>
      </p:sp>
      <p:sp>
        <p:nvSpPr>
          <p:cNvPr id="16" name="">
            <a:extLst xmlns:a="http://schemas.openxmlformats.org/drawingml/2006/main">
              <a:ext uri="{FF2B5EF4-FFF2-40B4-BE49-F238E27FC236}">
                <a16:creationId xmlns:a16="http://schemas.microsoft.com/office/drawing/2014/main" id="{C3EC4201-BFC5-4213-91ED-E69F1ACF4E6A}"/>
              </a:ext>
            </a:extLst>
          </p:cNvPr>
          <p:cNvSpPr>
            <a:spLocks xmlns:a="http://schemas.openxmlformats.org/drawingml/2006/main" noGrp="1"/>
          </p:cNvSpPr>
          <p:nvPr/>
        </p:nvSpPr>
        <p:spPr>
          <a:xfrm xmlns:a="http://schemas.openxmlformats.org/drawingml/2006/main">
            <a:off x="4800600" y="2781300"/>
            <a:ext cx="323850" cy="342900"/>
          </a:xfrm>
          <a:prstGeom xmlns:a="http://schemas.openxmlformats.org/drawingml/2006/main" prst="rightArrow">
            <a:avLst/>
          </a:prstGeom>
          <a:solidFill xmlns:a="http://schemas.openxmlformats.org/drawingml/2006/main">
            <a:srgbClr val="D6E1E8"/>
          </a:solidFill>
          <a:ln xmlns:a="http://schemas.openxmlformats.org/drawingml/2006/main" w="9525">
            <a:solidFill>
              <a:srgbClr val="D6E1E8"/>
            </a:solidFill>
          </a:ln>
        </p:spPr>
      </p:sp>
      <p:sp>
        <p:nvSpPr>
          <p:cNvPr id="17" name="">
            <a:extLst xmlns:a="http://schemas.openxmlformats.org/drawingml/2006/main">
              <a:ext uri="{FF2B5EF4-FFF2-40B4-BE49-F238E27FC236}">
                <a16:creationId xmlns:a16="http://schemas.microsoft.com/office/drawing/2014/main" id="{A592EEF6-A2B4-49FA-9C40-D857C586071A}"/>
              </a:ext>
            </a:extLst>
          </p:cNvPr>
          <p:cNvSpPr>
            <a:spLocks xmlns:a="http://schemas.openxmlformats.org/drawingml/2006/main" noGrp="1"/>
          </p:cNvSpPr>
          <p:nvPr/>
        </p:nvSpPr>
        <p:spPr>
          <a:xfrm xmlns:a="http://schemas.openxmlformats.org/drawingml/2006/main">
            <a:off x="5143500" y="1714500"/>
            <a:ext cx="1981200" cy="2571750"/>
          </a:xfrm>
          <a:prstGeom xmlns:a="http://schemas.openxmlformats.org/drawingml/2006/main" prst="roundRect">
            <a:avLst>
              <a:gd name="adj" fmla="val 8654"/>
            </a:avLst>
          </a:prstGeom>
          <a:solidFill xmlns:a="http://schemas.openxmlformats.org/drawingml/2006/main">
            <a:srgbClr val="ECE9FF"/>
          </a:solidFill>
          <a:ln xmlns:a="http://schemas.openxmlformats.org/drawingml/2006/main" w="19050">
            <a:solidFill>
              <a:srgbClr val="5B4CB8"/>
            </a:solidFill>
            <a:prstDash val="solid"/>
          </a:ln>
        </p:spPr>
      </p:sp>
      <p:sp>
        <p:nvSpPr>
          <p:cNvPr id="18" name="">
            <a:extLst xmlns:a="http://schemas.openxmlformats.org/drawingml/2006/main">
              <a:ext uri="{FF2B5EF4-FFF2-40B4-BE49-F238E27FC236}">
                <a16:creationId xmlns:a16="http://schemas.microsoft.com/office/drawing/2014/main" id="{58ABAF1B-A1FB-40B7-9ADC-D0116C97E910}"/>
              </a:ext>
            </a:extLst>
          </p:cNvPr>
          <p:cNvSpPr>
            <a:spLocks xmlns:a="http://schemas.openxmlformats.org/drawingml/2006/main" noGrp="1"/>
          </p:cNvSpPr>
          <p:nvPr/>
        </p:nvSpPr>
        <p:spPr>
          <a:xfrm xmlns:a="http://schemas.openxmlformats.org/drawingml/2006/main">
            <a:off x="5829300" y="1257300"/>
            <a:ext cx="609600" cy="609600"/>
          </a:xfrm>
          <a:prstGeom xmlns:a="http://schemas.openxmlformats.org/drawingml/2006/main" prst="ellipse">
            <a:avLst/>
          </a:prstGeom>
          <a:solidFill xmlns:a="http://schemas.openxmlformats.org/drawingml/2006/main">
            <a:srgbClr val="5B4CB8"/>
          </a:solidFill>
          <a:ln xmlns:a="http://schemas.openxmlformats.org/drawingml/2006/main" w="2857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950" b="1">
                <a:solidFill>
                  <a:srgbClr val="FFFFFF"/>
                </a:solidFill>
                <a:latin typeface="Arial"/>
                <a:ea typeface="Arial"/>
                <a:cs typeface="Arial"/>
              </a:defRPr>
            </a:pPr>
            <a:r>
              <a:rPr sz="1950" b="1">
                <a:solidFill>
                  <a:srgbClr val="FFFFFF"/>
                </a:solidFill>
                <a:latin typeface="Arial"/>
                <a:ea typeface="Arial"/>
                <a:cs typeface="Arial"/>
              </a:rPr>
              <a:t>3</a:t>
            </a:r>
          </a:p>
        </p:txBody>
      </p:sp>
      <p:sp>
        <p:nvSpPr>
          <p:cNvPr id="19" name="">
            <a:extLst xmlns:a="http://schemas.openxmlformats.org/drawingml/2006/main">
              <a:ext uri="{FF2B5EF4-FFF2-40B4-BE49-F238E27FC236}">
                <a16:creationId xmlns:a16="http://schemas.microsoft.com/office/drawing/2014/main" id="{9B05B744-BBE5-404A-AB82-75B8BDB86171}"/>
              </a:ext>
            </a:extLst>
          </p:cNvPr>
          <p:cNvSpPr>
            <a:spLocks xmlns:a="http://schemas.openxmlformats.org/drawingml/2006/main" noGrp="1"/>
          </p:cNvSpPr>
          <p:nvPr/>
        </p:nvSpPr>
        <p:spPr>
          <a:xfrm xmlns:a="http://schemas.openxmlformats.org/drawingml/2006/main">
            <a:off x="5334000" y="2133600"/>
            <a:ext cx="1600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200" b="1">
                <a:solidFill>
                  <a:srgbClr val="5B4CB8"/>
                </a:solidFill>
                <a:latin typeface="Arial"/>
                <a:ea typeface="Arial"/>
                <a:cs typeface="Arial"/>
              </a:defRPr>
            </a:pPr>
            <a:r>
              <a:rPr sz="1200" b="1">
                <a:solidFill>
                  <a:srgbClr val="5B4CB8"/>
                </a:solidFill>
                <a:latin typeface="Arial"/>
                <a:ea typeface="Arial"/>
                <a:cs typeface="Arial"/>
              </a:rPr>
              <a:t>Admin</a:t>
            </a:r>
          </a:p>
        </p:txBody>
      </p:sp>
      <p:sp>
        <p:nvSpPr>
          <p:cNvPr id="20" name="">
            <a:extLst xmlns:a="http://schemas.openxmlformats.org/drawingml/2006/main">
              <a:ext uri="{FF2B5EF4-FFF2-40B4-BE49-F238E27FC236}">
                <a16:creationId xmlns:a16="http://schemas.microsoft.com/office/drawing/2014/main" id="{650C2CB0-92E4-4173-958E-13B82978F168}"/>
              </a:ext>
            </a:extLst>
          </p:cNvPr>
          <p:cNvSpPr>
            <a:spLocks xmlns:a="http://schemas.openxmlformats.org/drawingml/2006/main" noGrp="1"/>
          </p:cNvSpPr>
          <p:nvPr/>
        </p:nvSpPr>
        <p:spPr>
          <a:xfrm xmlns:a="http://schemas.openxmlformats.org/drawingml/2006/main">
            <a:off x="5314950" y="2619375"/>
            <a:ext cx="1638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800" b="1">
                <a:solidFill>
                  <a:srgbClr val="173042"/>
                </a:solidFill>
                <a:latin typeface="Arial"/>
                <a:ea typeface="Arial"/>
                <a:cs typeface="Arial"/>
              </a:defRPr>
            </a:pPr>
            <a:r>
              <a:rPr sz="1800" b="1">
                <a:solidFill>
                  <a:srgbClr val="173042"/>
                </a:solidFill>
                <a:latin typeface="Arial"/>
                <a:ea typeface="Arial"/>
                <a:cs typeface="Arial"/>
              </a:rPr>
              <a:t>Review and verify</a:t>
            </a:r>
          </a:p>
        </p:txBody>
      </p:sp>
      <p:sp>
        <p:nvSpPr>
          <p:cNvPr id="21" name="">
            <a:extLst xmlns:a="http://schemas.openxmlformats.org/drawingml/2006/main">
              <a:ext uri="{FF2B5EF4-FFF2-40B4-BE49-F238E27FC236}">
                <a16:creationId xmlns:a16="http://schemas.microsoft.com/office/drawing/2014/main" id="{5B02D1B7-892D-4078-AB7B-A7E4FE5A57D7}"/>
              </a:ext>
            </a:extLst>
          </p:cNvPr>
          <p:cNvSpPr>
            <a:spLocks xmlns:a="http://schemas.openxmlformats.org/drawingml/2006/main" noGrp="1"/>
          </p:cNvSpPr>
          <p:nvPr/>
        </p:nvSpPr>
        <p:spPr>
          <a:xfrm xmlns:a="http://schemas.openxmlformats.org/drawingml/2006/main">
            <a:off x="5334000" y="3333750"/>
            <a:ext cx="1600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200" b="0">
                <a:solidFill>
                  <a:srgbClr val="607284"/>
                </a:solidFill>
                <a:latin typeface="Arial"/>
                <a:ea typeface="Arial"/>
                <a:cs typeface="Arial"/>
              </a:defRPr>
            </a:pPr>
            <a:r>
              <a:rPr sz="1200" b="0">
                <a:solidFill>
                  <a:srgbClr val="607284"/>
                </a:solidFill>
                <a:latin typeface="Arial"/>
                <a:ea typeface="Arial"/>
                <a:cs typeface="Arial"/>
              </a:rPr>
              <a:t>Approve, reject, or merge</a:t>
            </a:r>
          </a:p>
        </p:txBody>
      </p:sp>
      <p:sp>
        <p:nvSpPr>
          <p:cNvPr id="22" name="">
            <a:extLst xmlns:a="http://schemas.openxmlformats.org/drawingml/2006/main">
              <a:ext uri="{FF2B5EF4-FFF2-40B4-BE49-F238E27FC236}">
                <a16:creationId xmlns:a16="http://schemas.microsoft.com/office/drawing/2014/main" id="{0A80BA47-BBE2-48B2-943D-7AA3116D16E6}"/>
              </a:ext>
            </a:extLst>
          </p:cNvPr>
          <p:cNvSpPr>
            <a:spLocks xmlns:a="http://schemas.openxmlformats.org/drawingml/2006/main" noGrp="1"/>
          </p:cNvSpPr>
          <p:nvPr/>
        </p:nvSpPr>
        <p:spPr>
          <a:xfrm xmlns:a="http://schemas.openxmlformats.org/drawingml/2006/main">
            <a:off x="7143750" y="2781300"/>
            <a:ext cx="323850" cy="342900"/>
          </a:xfrm>
          <a:prstGeom xmlns:a="http://schemas.openxmlformats.org/drawingml/2006/main" prst="rightArrow">
            <a:avLst/>
          </a:prstGeom>
          <a:solidFill xmlns:a="http://schemas.openxmlformats.org/drawingml/2006/main">
            <a:srgbClr val="D6E1E8"/>
          </a:solidFill>
          <a:ln xmlns:a="http://schemas.openxmlformats.org/drawingml/2006/main" w="9525">
            <a:solidFill>
              <a:srgbClr val="D6E1E8"/>
            </a:solidFill>
          </a:ln>
        </p:spPr>
      </p:sp>
      <p:sp>
        <p:nvSpPr>
          <p:cNvPr id="23" name="">
            <a:extLst xmlns:a="http://schemas.openxmlformats.org/drawingml/2006/main">
              <a:ext uri="{FF2B5EF4-FFF2-40B4-BE49-F238E27FC236}">
                <a16:creationId xmlns:a16="http://schemas.microsoft.com/office/drawing/2014/main" id="{39528559-D114-4C91-82E6-9A53B483AB1E}"/>
              </a:ext>
            </a:extLst>
          </p:cNvPr>
          <p:cNvSpPr>
            <a:spLocks xmlns:a="http://schemas.openxmlformats.org/drawingml/2006/main" noGrp="1"/>
          </p:cNvSpPr>
          <p:nvPr/>
        </p:nvSpPr>
        <p:spPr>
          <a:xfrm xmlns:a="http://schemas.openxmlformats.org/drawingml/2006/main">
            <a:off x="7486650" y="1714500"/>
            <a:ext cx="1981200" cy="2571750"/>
          </a:xfrm>
          <a:prstGeom xmlns:a="http://schemas.openxmlformats.org/drawingml/2006/main" prst="roundRect">
            <a:avLst>
              <a:gd name="adj" fmla="val 8654"/>
            </a:avLst>
          </a:prstGeom>
          <a:solidFill xmlns:a="http://schemas.openxmlformats.org/drawingml/2006/main">
            <a:srgbClr val="E1F3E8"/>
          </a:solidFill>
          <a:ln xmlns:a="http://schemas.openxmlformats.org/drawingml/2006/main" w="19050">
            <a:solidFill>
              <a:srgbClr val="26734D"/>
            </a:solidFill>
            <a:prstDash val="solid"/>
          </a:ln>
        </p:spPr>
      </p:sp>
      <p:sp>
        <p:nvSpPr>
          <p:cNvPr id="24" name="">
            <a:extLst xmlns:a="http://schemas.openxmlformats.org/drawingml/2006/main">
              <a:ext uri="{FF2B5EF4-FFF2-40B4-BE49-F238E27FC236}">
                <a16:creationId xmlns:a16="http://schemas.microsoft.com/office/drawing/2014/main" id="{6B6EBE08-99CC-45DA-8EEE-3E51425E051F}"/>
              </a:ext>
            </a:extLst>
          </p:cNvPr>
          <p:cNvSpPr>
            <a:spLocks xmlns:a="http://schemas.openxmlformats.org/drawingml/2006/main" noGrp="1"/>
          </p:cNvSpPr>
          <p:nvPr/>
        </p:nvSpPr>
        <p:spPr>
          <a:xfrm xmlns:a="http://schemas.openxmlformats.org/drawingml/2006/main">
            <a:off x="8172450" y="1257300"/>
            <a:ext cx="609600" cy="609600"/>
          </a:xfrm>
          <a:prstGeom xmlns:a="http://schemas.openxmlformats.org/drawingml/2006/main" prst="ellipse">
            <a:avLst/>
          </a:prstGeom>
          <a:solidFill xmlns:a="http://schemas.openxmlformats.org/drawingml/2006/main">
            <a:srgbClr val="26734D"/>
          </a:solidFill>
          <a:ln xmlns:a="http://schemas.openxmlformats.org/drawingml/2006/main" w="2857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950" b="1">
                <a:solidFill>
                  <a:srgbClr val="FFFFFF"/>
                </a:solidFill>
                <a:latin typeface="Arial"/>
                <a:ea typeface="Arial"/>
                <a:cs typeface="Arial"/>
              </a:defRPr>
            </a:pPr>
            <a:r>
              <a:rPr sz="1950" b="1">
                <a:solidFill>
                  <a:srgbClr val="FFFFFF"/>
                </a:solidFill>
                <a:latin typeface="Arial"/>
                <a:ea typeface="Arial"/>
                <a:cs typeface="Arial"/>
              </a:rPr>
              <a:t>4</a:t>
            </a:r>
          </a:p>
        </p:txBody>
      </p:sp>
      <p:sp>
        <p:nvSpPr>
          <p:cNvPr id="25" name="">
            <a:extLst xmlns:a="http://schemas.openxmlformats.org/drawingml/2006/main">
              <a:ext uri="{FF2B5EF4-FFF2-40B4-BE49-F238E27FC236}">
                <a16:creationId xmlns:a16="http://schemas.microsoft.com/office/drawing/2014/main" id="{51EBE6B6-1048-4144-B503-161F547D96F6}"/>
              </a:ext>
            </a:extLst>
          </p:cNvPr>
          <p:cNvSpPr>
            <a:spLocks xmlns:a="http://schemas.openxmlformats.org/drawingml/2006/main" noGrp="1"/>
          </p:cNvSpPr>
          <p:nvPr/>
        </p:nvSpPr>
        <p:spPr>
          <a:xfrm xmlns:a="http://schemas.openxmlformats.org/drawingml/2006/main">
            <a:off x="7677150" y="2133600"/>
            <a:ext cx="1600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200" b="1">
                <a:solidFill>
                  <a:srgbClr val="26734D"/>
                </a:solidFill>
                <a:latin typeface="Arial"/>
                <a:ea typeface="Arial"/>
                <a:cs typeface="Arial"/>
              </a:defRPr>
            </a:pPr>
            <a:r>
              <a:rPr sz="1200" b="1">
                <a:solidFill>
                  <a:srgbClr val="26734D"/>
                </a:solidFill>
                <a:latin typeface="Arial"/>
                <a:ea typeface="Arial"/>
                <a:cs typeface="Arial"/>
              </a:rPr>
              <a:t>Authority</a:t>
            </a:r>
          </a:p>
        </p:txBody>
      </p:sp>
      <p:sp>
        <p:nvSpPr>
          <p:cNvPr id="26" name="">
            <a:extLst xmlns:a="http://schemas.openxmlformats.org/drawingml/2006/main">
              <a:ext uri="{FF2B5EF4-FFF2-40B4-BE49-F238E27FC236}">
                <a16:creationId xmlns:a16="http://schemas.microsoft.com/office/drawing/2014/main" id="{C4493CFF-8A5A-4C56-8661-CD2F9CEF7EEF}"/>
              </a:ext>
            </a:extLst>
          </p:cNvPr>
          <p:cNvSpPr>
            <a:spLocks xmlns:a="http://schemas.openxmlformats.org/drawingml/2006/main" noGrp="1"/>
          </p:cNvSpPr>
          <p:nvPr/>
        </p:nvSpPr>
        <p:spPr>
          <a:xfrm xmlns:a="http://schemas.openxmlformats.org/drawingml/2006/main">
            <a:off x="7658100" y="2619375"/>
            <a:ext cx="1638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800" b="1">
                <a:solidFill>
                  <a:srgbClr val="173042"/>
                </a:solidFill>
                <a:latin typeface="Arial"/>
                <a:ea typeface="Arial"/>
                <a:cs typeface="Arial"/>
              </a:defRPr>
            </a:pPr>
            <a:r>
              <a:rPr sz="1800" b="1">
                <a:solidFill>
                  <a:srgbClr val="173042"/>
                </a:solidFill>
                <a:latin typeface="Arial"/>
                <a:ea typeface="Arial"/>
                <a:cs typeface="Arial"/>
              </a:rPr>
              <a:t>Work and document</a:t>
            </a:r>
          </a:p>
        </p:txBody>
      </p:sp>
      <p:sp>
        <p:nvSpPr>
          <p:cNvPr id="27" name="">
            <a:extLst xmlns:a="http://schemas.openxmlformats.org/drawingml/2006/main">
              <a:ext uri="{FF2B5EF4-FFF2-40B4-BE49-F238E27FC236}">
                <a16:creationId xmlns:a16="http://schemas.microsoft.com/office/drawing/2014/main" id="{B9C05690-56C7-49B2-AB8E-14F77E3E20F8}"/>
              </a:ext>
            </a:extLst>
          </p:cNvPr>
          <p:cNvSpPr>
            <a:spLocks xmlns:a="http://schemas.openxmlformats.org/drawingml/2006/main" noGrp="1"/>
          </p:cNvSpPr>
          <p:nvPr/>
        </p:nvSpPr>
        <p:spPr>
          <a:xfrm xmlns:a="http://schemas.openxmlformats.org/drawingml/2006/main">
            <a:off x="7677150" y="3333750"/>
            <a:ext cx="1600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200" b="0">
                <a:solidFill>
                  <a:srgbClr val="607284"/>
                </a:solidFill>
                <a:latin typeface="Arial"/>
                <a:ea typeface="Arial"/>
                <a:cs typeface="Arial"/>
              </a:defRPr>
            </a:pPr>
            <a:r>
              <a:rPr sz="1200" b="0">
                <a:solidFill>
                  <a:srgbClr val="607284"/>
                </a:solidFill>
                <a:latin typeface="Arial"/>
                <a:ea typeface="Arial"/>
                <a:cs typeface="Arial"/>
              </a:rPr>
              <a:t>Budget, updates, evidence</a:t>
            </a:r>
          </a:p>
        </p:txBody>
      </p:sp>
      <p:sp>
        <p:nvSpPr>
          <p:cNvPr id="28" name="">
            <a:extLst xmlns:a="http://schemas.openxmlformats.org/drawingml/2006/main">
              <a:ext uri="{FF2B5EF4-FFF2-40B4-BE49-F238E27FC236}">
                <a16:creationId xmlns:a16="http://schemas.microsoft.com/office/drawing/2014/main" id="{DF19AAEB-7127-42A1-BCE7-38C2E5438767}"/>
              </a:ext>
            </a:extLst>
          </p:cNvPr>
          <p:cNvSpPr>
            <a:spLocks xmlns:a="http://schemas.openxmlformats.org/drawingml/2006/main" noGrp="1"/>
          </p:cNvSpPr>
          <p:nvPr/>
        </p:nvSpPr>
        <p:spPr>
          <a:xfrm xmlns:a="http://schemas.openxmlformats.org/drawingml/2006/main">
            <a:off x="9486900" y="2781300"/>
            <a:ext cx="323850" cy="342900"/>
          </a:xfrm>
          <a:prstGeom xmlns:a="http://schemas.openxmlformats.org/drawingml/2006/main" prst="rightArrow">
            <a:avLst/>
          </a:prstGeom>
          <a:solidFill xmlns:a="http://schemas.openxmlformats.org/drawingml/2006/main">
            <a:srgbClr val="D6E1E8"/>
          </a:solidFill>
          <a:ln xmlns:a="http://schemas.openxmlformats.org/drawingml/2006/main" w="9525">
            <a:solidFill>
              <a:srgbClr val="D6E1E8"/>
            </a:solidFill>
          </a:ln>
        </p:spPr>
      </p:sp>
      <p:sp>
        <p:nvSpPr>
          <p:cNvPr id="29" name="">
            <a:extLst xmlns:a="http://schemas.openxmlformats.org/drawingml/2006/main">
              <a:ext uri="{FF2B5EF4-FFF2-40B4-BE49-F238E27FC236}">
                <a16:creationId xmlns:a16="http://schemas.microsoft.com/office/drawing/2014/main" id="{B1943707-684D-47A4-BD10-D3F494445257}"/>
              </a:ext>
            </a:extLst>
          </p:cNvPr>
          <p:cNvSpPr>
            <a:spLocks xmlns:a="http://schemas.openxmlformats.org/drawingml/2006/main" noGrp="1"/>
          </p:cNvSpPr>
          <p:nvPr/>
        </p:nvSpPr>
        <p:spPr>
          <a:xfrm xmlns:a="http://schemas.openxmlformats.org/drawingml/2006/main">
            <a:off x="9829800" y="1714500"/>
            <a:ext cx="1981200" cy="2571750"/>
          </a:xfrm>
          <a:prstGeom xmlns:a="http://schemas.openxmlformats.org/drawingml/2006/main" prst="roundRect">
            <a:avLst>
              <a:gd name="adj" fmla="val 8654"/>
            </a:avLst>
          </a:prstGeom>
          <a:solidFill xmlns:a="http://schemas.openxmlformats.org/drawingml/2006/main">
            <a:srgbClr val="DDF3F0"/>
          </a:solidFill>
          <a:ln xmlns:a="http://schemas.openxmlformats.org/drawingml/2006/main" w="19050">
            <a:solidFill>
              <a:srgbClr val="176B74"/>
            </a:solidFill>
            <a:prstDash val="solid"/>
          </a:ln>
        </p:spPr>
      </p:sp>
      <p:sp>
        <p:nvSpPr>
          <p:cNvPr id="30" name="">
            <a:extLst xmlns:a="http://schemas.openxmlformats.org/drawingml/2006/main">
              <a:ext uri="{FF2B5EF4-FFF2-40B4-BE49-F238E27FC236}">
                <a16:creationId xmlns:a16="http://schemas.microsoft.com/office/drawing/2014/main" id="{0DA6BCDB-7CE2-44E7-BE6F-D179514198DF}"/>
              </a:ext>
            </a:extLst>
          </p:cNvPr>
          <p:cNvSpPr>
            <a:spLocks xmlns:a="http://schemas.openxmlformats.org/drawingml/2006/main" noGrp="1"/>
          </p:cNvSpPr>
          <p:nvPr/>
        </p:nvSpPr>
        <p:spPr>
          <a:xfrm xmlns:a="http://schemas.openxmlformats.org/drawingml/2006/main">
            <a:off x="10515600" y="1257300"/>
            <a:ext cx="609600" cy="609600"/>
          </a:xfrm>
          <a:prstGeom xmlns:a="http://schemas.openxmlformats.org/drawingml/2006/main" prst="ellipse">
            <a:avLst/>
          </a:prstGeom>
          <a:solidFill xmlns:a="http://schemas.openxmlformats.org/drawingml/2006/main">
            <a:srgbClr val="176B74"/>
          </a:solidFill>
          <a:ln xmlns:a="http://schemas.openxmlformats.org/drawingml/2006/main" w="2857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950" b="1">
                <a:solidFill>
                  <a:srgbClr val="FFFFFF"/>
                </a:solidFill>
                <a:latin typeface="Arial"/>
                <a:ea typeface="Arial"/>
                <a:cs typeface="Arial"/>
              </a:defRPr>
            </a:pPr>
            <a:r>
              <a:rPr sz="1950" b="1">
                <a:solidFill>
                  <a:srgbClr val="FFFFFF"/>
                </a:solidFill>
                <a:latin typeface="Arial"/>
                <a:ea typeface="Arial"/>
                <a:cs typeface="Arial"/>
              </a:rPr>
              <a:t>5</a:t>
            </a:r>
          </a:p>
        </p:txBody>
      </p:sp>
      <p:sp>
        <p:nvSpPr>
          <p:cNvPr id="31" name="">
            <a:extLst xmlns:a="http://schemas.openxmlformats.org/drawingml/2006/main">
              <a:ext uri="{FF2B5EF4-FFF2-40B4-BE49-F238E27FC236}">
                <a16:creationId xmlns:a16="http://schemas.microsoft.com/office/drawing/2014/main" id="{AEC492B1-5530-4DC2-A184-F156EB614F11}"/>
              </a:ext>
            </a:extLst>
          </p:cNvPr>
          <p:cNvSpPr>
            <a:spLocks xmlns:a="http://schemas.openxmlformats.org/drawingml/2006/main" noGrp="1"/>
          </p:cNvSpPr>
          <p:nvPr/>
        </p:nvSpPr>
        <p:spPr>
          <a:xfrm xmlns:a="http://schemas.openxmlformats.org/drawingml/2006/main">
            <a:off x="10020300" y="2133600"/>
            <a:ext cx="1600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200" b="1">
                <a:solidFill>
                  <a:srgbClr val="176B74"/>
                </a:solidFill>
                <a:latin typeface="Arial"/>
                <a:ea typeface="Arial"/>
                <a:cs typeface="Arial"/>
              </a:defRPr>
            </a:pPr>
            <a:r>
              <a:rPr sz="1200" b="1">
                <a:solidFill>
                  <a:srgbClr val="176B74"/>
                </a:solidFill>
                <a:latin typeface="Arial"/>
                <a:ea typeface="Arial"/>
                <a:cs typeface="Arial"/>
              </a:rPr>
              <a:t>Resident</a:t>
            </a:r>
          </a:p>
        </p:txBody>
      </p:sp>
      <p:sp>
        <p:nvSpPr>
          <p:cNvPr id="32" name="">
            <a:extLst xmlns:a="http://schemas.openxmlformats.org/drawingml/2006/main">
              <a:ext uri="{FF2B5EF4-FFF2-40B4-BE49-F238E27FC236}">
                <a16:creationId xmlns:a16="http://schemas.microsoft.com/office/drawing/2014/main" id="{F936CDDB-E0C0-4DCC-9B1D-D2FD14A01FF1}"/>
              </a:ext>
            </a:extLst>
          </p:cNvPr>
          <p:cNvSpPr>
            <a:spLocks xmlns:a="http://schemas.openxmlformats.org/drawingml/2006/main" noGrp="1"/>
          </p:cNvSpPr>
          <p:nvPr/>
        </p:nvSpPr>
        <p:spPr>
          <a:xfrm xmlns:a="http://schemas.openxmlformats.org/drawingml/2006/main">
            <a:off x="10001250" y="2619375"/>
            <a:ext cx="1638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800" b="1">
                <a:solidFill>
                  <a:srgbClr val="173042"/>
                </a:solidFill>
                <a:latin typeface="Arial"/>
                <a:ea typeface="Arial"/>
                <a:cs typeface="Arial"/>
              </a:defRPr>
            </a:pPr>
            <a:r>
              <a:rPr sz="1800" b="1">
                <a:solidFill>
                  <a:srgbClr val="173042"/>
                </a:solidFill>
                <a:latin typeface="Arial"/>
                <a:ea typeface="Arial"/>
                <a:cs typeface="Arial"/>
              </a:rPr>
              <a:t>Confirm outcome</a:t>
            </a:r>
          </a:p>
        </p:txBody>
      </p:sp>
      <p:sp>
        <p:nvSpPr>
          <p:cNvPr id="33" name="">
            <a:extLst xmlns:a="http://schemas.openxmlformats.org/drawingml/2006/main">
              <a:ext uri="{FF2B5EF4-FFF2-40B4-BE49-F238E27FC236}">
                <a16:creationId xmlns:a16="http://schemas.microsoft.com/office/drawing/2014/main" id="{2A350290-36F1-44E8-9979-A1850D4E75B0}"/>
              </a:ext>
            </a:extLst>
          </p:cNvPr>
          <p:cNvSpPr>
            <a:spLocks xmlns:a="http://schemas.openxmlformats.org/drawingml/2006/main" noGrp="1"/>
          </p:cNvSpPr>
          <p:nvPr/>
        </p:nvSpPr>
        <p:spPr>
          <a:xfrm xmlns:a="http://schemas.openxmlformats.org/drawingml/2006/main">
            <a:off x="10020300" y="3333750"/>
            <a:ext cx="1600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200" b="0">
                <a:solidFill>
                  <a:srgbClr val="607284"/>
                </a:solidFill>
                <a:latin typeface="Arial"/>
                <a:ea typeface="Arial"/>
                <a:cs typeface="Arial"/>
              </a:defRPr>
            </a:pPr>
            <a:r>
              <a:rPr sz="1200" b="0">
                <a:solidFill>
                  <a:srgbClr val="607284"/>
                </a:solidFill>
                <a:latin typeface="Arial"/>
                <a:ea typeface="Arial"/>
                <a:cs typeface="Arial"/>
              </a:rPr>
              <a:t>Track, rate, and comment</a:t>
            </a:r>
          </a:p>
        </p:txBody>
      </p:sp>
      <p:sp>
        <p:nvSpPr>
          <p:cNvPr id="34" name="">
            <a:extLst xmlns:a="http://schemas.openxmlformats.org/drawingml/2006/main">
              <a:ext uri="{FF2B5EF4-FFF2-40B4-BE49-F238E27FC236}">
                <a16:creationId xmlns:a16="http://schemas.microsoft.com/office/drawing/2014/main" id="{F1BE7E6C-EB21-416F-BA74-63086E26DACF}"/>
              </a:ext>
            </a:extLst>
          </p:cNvPr>
          <p:cNvSpPr>
            <a:spLocks xmlns:a="http://schemas.openxmlformats.org/drawingml/2006/main" noGrp="1"/>
          </p:cNvSpPr>
          <p:nvPr/>
        </p:nvSpPr>
        <p:spPr>
          <a:xfrm xmlns:a="http://schemas.openxmlformats.org/drawingml/2006/main">
            <a:off x="514350" y="48577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607284"/>
                </a:solidFill>
                <a:latin typeface="Arial"/>
                <a:ea typeface="Arial"/>
                <a:cs typeface="Arial"/>
              </a:defRPr>
            </a:pPr>
            <a:r>
              <a:rPr sz="1200" b="1">
                <a:solidFill>
                  <a:srgbClr val="607284"/>
                </a:solidFill>
                <a:latin typeface="Arial"/>
                <a:ea typeface="Arial"/>
                <a:cs typeface="Arial"/>
              </a:rPr>
              <a:t>Status sequence</a:t>
            </a:r>
          </a:p>
        </p:txBody>
      </p:sp>
      <p:sp>
        <p:nvSpPr>
          <p:cNvPr id="35" name="">
            <a:extLst xmlns:a="http://schemas.openxmlformats.org/drawingml/2006/main">
              <a:ext uri="{FF2B5EF4-FFF2-40B4-BE49-F238E27FC236}">
                <a16:creationId xmlns:a16="http://schemas.microsoft.com/office/drawing/2014/main" id="{B4F23940-37E0-4A46-9EC4-417F14A8FF52}"/>
              </a:ext>
            </a:extLst>
          </p:cNvPr>
          <p:cNvSpPr>
            <a:spLocks xmlns:a="http://schemas.openxmlformats.org/drawingml/2006/main" noGrp="1"/>
          </p:cNvSpPr>
          <p:nvPr/>
        </p:nvSpPr>
        <p:spPr>
          <a:xfrm xmlns:a="http://schemas.openxmlformats.org/drawingml/2006/main">
            <a:off x="2400300" y="4810125"/>
            <a:ext cx="1619250" cy="4000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D6E1E8"/>
            </a:solid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173042"/>
                </a:solidFill>
                <a:latin typeface="Arial"/>
                <a:ea typeface="Arial"/>
                <a:cs typeface="Arial"/>
              </a:defRPr>
            </a:pPr>
            <a:r>
              <a:rPr sz="1200" b="1">
                <a:solidFill>
                  <a:srgbClr val="173042"/>
                </a:solidFill>
                <a:latin typeface="Arial"/>
                <a:ea typeface="Arial"/>
                <a:cs typeface="Arial"/>
              </a:rPr>
              <a:t>Unverified</a:t>
            </a:r>
          </a:p>
        </p:txBody>
      </p:sp>
      <p:sp>
        <p:nvSpPr>
          <p:cNvPr id="36" name="">
            <a:extLst xmlns:a="http://schemas.openxmlformats.org/drawingml/2006/main">
              <a:ext uri="{FF2B5EF4-FFF2-40B4-BE49-F238E27FC236}">
                <a16:creationId xmlns:a16="http://schemas.microsoft.com/office/drawing/2014/main" id="{9A8F9D50-AE62-4200-80FE-5BB4345406BC}"/>
              </a:ext>
            </a:extLst>
          </p:cNvPr>
          <p:cNvSpPr>
            <a:spLocks xmlns:a="http://schemas.openxmlformats.org/drawingml/2006/main" noGrp="1"/>
          </p:cNvSpPr>
          <p:nvPr/>
        </p:nvSpPr>
        <p:spPr>
          <a:xfrm xmlns:a="http://schemas.openxmlformats.org/drawingml/2006/main">
            <a:off x="4114800" y="4810125"/>
            <a:ext cx="3238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2100" b="1">
                <a:solidFill>
                  <a:srgbClr val="607284"/>
                </a:solidFill>
                <a:latin typeface="Arial"/>
                <a:ea typeface="Arial"/>
                <a:cs typeface="Arial"/>
              </a:defRPr>
            </a:pPr>
            <a:r>
              <a:rPr sz="2100" b="1">
                <a:solidFill>
                  <a:srgbClr val="607284"/>
                </a:solidFill>
                <a:latin typeface="Arial"/>
                <a:ea typeface="Arial"/>
                <a:cs typeface="Arial"/>
              </a:rPr>
              <a:t>›</a:t>
            </a:r>
          </a:p>
        </p:txBody>
      </p:sp>
      <p:sp>
        <p:nvSpPr>
          <p:cNvPr id="37" name="">
            <a:extLst xmlns:a="http://schemas.openxmlformats.org/drawingml/2006/main">
              <a:ext uri="{FF2B5EF4-FFF2-40B4-BE49-F238E27FC236}">
                <a16:creationId xmlns:a16="http://schemas.microsoft.com/office/drawing/2014/main" id="{06F7750A-E511-43B7-AB33-F40BA6B4C66B}"/>
              </a:ext>
            </a:extLst>
          </p:cNvPr>
          <p:cNvSpPr>
            <a:spLocks xmlns:a="http://schemas.openxmlformats.org/drawingml/2006/main" noGrp="1"/>
          </p:cNvSpPr>
          <p:nvPr/>
        </p:nvSpPr>
        <p:spPr>
          <a:xfrm xmlns:a="http://schemas.openxmlformats.org/drawingml/2006/main">
            <a:off x="4533900" y="4810125"/>
            <a:ext cx="1619250" cy="4000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D6E1E8"/>
            </a:solid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173042"/>
                </a:solidFill>
                <a:latin typeface="Arial"/>
                <a:ea typeface="Arial"/>
                <a:cs typeface="Arial"/>
              </a:defRPr>
            </a:pPr>
            <a:r>
              <a:rPr sz="1200" b="1">
                <a:solidFill>
                  <a:srgbClr val="173042"/>
                </a:solidFill>
                <a:latin typeface="Arial"/>
                <a:ea typeface="Arial"/>
                <a:cs typeface="Arial"/>
              </a:rPr>
              <a:t>Pending</a:t>
            </a:r>
          </a:p>
        </p:txBody>
      </p:sp>
      <p:sp>
        <p:nvSpPr>
          <p:cNvPr id="38" name="">
            <a:extLst xmlns:a="http://schemas.openxmlformats.org/drawingml/2006/main">
              <a:ext uri="{FF2B5EF4-FFF2-40B4-BE49-F238E27FC236}">
                <a16:creationId xmlns:a16="http://schemas.microsoft.com/office/drawing/2014/main" id="{D33C45E8-A7B5-4C86-8175-715B59E4FAF5}"/>
              </a:ext>
            </a:extLst>
          </p:cNvPr>
          <p:cNvSpPr>
            <a:spLocks xmlns:a="http://schemas.openxmlformats.org/drawingml/2006/main" noGrp="1"/>
          </p:cNvSpPr>
          <p:nvPr/>
        </p:nvSpPr>
        <p:spPr>
          <a:xfrm xmlns:a="http://schemas.openxmlformats.org/drawingml/2006/main">
            <a:off x="6248400" y="4810125"/>
            <a:ext cx="3238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2100" b="1">
                <a:solidFill>
                  <a:srgbClr val="607284"/>
                </a:solidFill>
                <a:latin typeface="Arial"/>
                <a:ea typeface="Arial"/>
                <a:cs typeface="Arial"/>
              </a:defRPr>
            </a:pPr>
            <a:r>
              <a:rPr sz="2100" b="1">
                <a:solidFill>
                  <a:srgbClr val="607284"/>
                </a:solidFill>
                <a:latin typeface="Arial"/>
                <a:ea typeface="Arial"/>
                <a:cs typeface="Arial"/>
              </a:rPr>
              <a:t>›</a:t>
            </a:r>
          </a:p>
        </p:txBody>
      </p:sp>
      <p:sp>
        <p:nvSpPr>
          <p:cNvPr id="39" name="">
            <a:extLst xmlns:a="http://schemas.openxmlformats.org/drawingml/2006/main">
              <a:ext uri="{FF2B5EF4-FFF2-40B4-BE49-F238E27FC236}">
                <a16:creationId xmlns:a16="http://schemas.microsoft.com/office/drawing/2014/main" id="{5625344D-AEF1-44FB-BA30-BE41FA181006}"/>
              </a:ext>
            </a:extLst>
          </p:cNvPr>
          <p:cNvSpPr>
            <a:spLocks xmlns:a="http://schemas.openxmlformats.org/drawingml/2006/main" noGrp="1"/>
          </p:cNvSpPr>
          <p:nvPr/>
        </p:nvSpPr>
        <p:spPr>
          <a:xfrm xmlns:a="http://schemas.openxmlformats.org/drawingml/2006/main">
            <a:off x="6667500" y="4810125"/>
            <a:ext cx="1619250" cy="4000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D6E1E8"/>
            </a:solid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173042"/>
                </a:solidFill>
                <a:latin typeface="Arial"/>
                <a:ea typeface="Arial"/>
                <a:cs typeface="Arial"/>
              </a:defRPr>
            </a:pPr>
            <a:r>
              <a:rPr sz="1200" b="1">
                <a:solidFill>
                  <a:srgbClr val="173042"/>
                </a:solidFill>
                <a:latin typeface="Arial"/>
                <a:ea typeface="Arial"/>
                <a:cs typeface="Arial"/>
              </a:rPr>
              <a:t>In progress</a:t>
            </a:r>
          </a:p>
        </p:txBody>
      </p:sp>
      <p:sp>
        <p:nvSpPr>
          <p:cNvPr id="40" name="">
            <a:extLst xmlns:a="http://schemas.openxmlformats.org/drawingml/2006/main">
              <a:ext uri="{FF2B5EF4-FFF2-40B4-BE49-F238E27FC236}">
                <a16:creationId xmlns:a16="http://schemas.microsoft.com/office/drawing/2014/main" id="{805AA12F-D4EF-41A0-84C0-EF3BB1D79384}"/>
              </a:ext>
            </a:extLst>
          </p:cNvPr>
          <p:cNvSpPr>
            <a:spLocks xmlns:a="http://schemas.openxmlformats.org/drawingml/2006/main" noGrp="1"/>
          </p:cNvSpPr>
          <p:nvPr/>
        </p:nvSpPr>
        <p:spPr>
          <a:xfrm xmlns:a="http://schemas.openxmlformats.org/drawingml/2006/main">
            <a:off x="8382000" y="4810125"/>
            <a:ext cx="3238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2100" b="1">
                <a:solidFill>
                  <a:srgbClr val="607284"/>
                </a:solidFill>
                <a:latin typeface="Arial"/>
                <a:ea typeface="Arial"/>
                <a:cs typeface="Arial"/>
              </a:defRPr>
            </a:pPr>
            <a:r>
              <a:rPr sz="2100" b="1">
                <a:solidFill>
                  <a:srgbClr val="607284"/>
                </a:solidFill>
                <a:latin typeface="Arial"/>
                <a:ea typeface="Arial"/>
                <a:cs typeface="Arial"/>
              </a:rPr>
              <a:t>›</a:t>
            </a:r>
          </a:p>
        </p:txBody>
      </p:sp>
      <p:sp>
        <p:nvSpPr>
          <p:cNvPr id="41" name="">
            <a:extLst xmlns:a="http://schemas.openxmlformats.org/drawingml/2006/main">
              <a:ext uri="{FF2B5EF4-FFF2-40B4-BE49-F238E27FC236}">
                <a16:creationId xmlns:a16="http://schemas.microsoft.com/office/drawing/2014/main" id="{012D51E8-6B0D-491D-BB0C-274E14B96F52}"/>
              </a:ext>
            </a:extLst>
          </p:cNvPr>
          <p:cNvSpPr>
            <a:spLocks xmlns:a="http://schemas.openxmlformats.org/drawingml/2006/main" noGrp="1"/>
          </p:cNvSpPr>
          <p:nvPr/>
        </p:nvSpPr>
        <p:spPr>
          <a:xfrm xmlns:a="http://schemas.openxmlformats.org/drawingml/2006/main">
            <a:off x="8801100" y="4810125"/>
            <a:ext cx="1619250" cy="400050"/>
          </a:xfrm>
          <a:prstGeom xmlns:a="http://schemas.openxmlformats.org/drawingml/2006/main" prst="roundRect">
            <a:avLst>
              <a:gd name="adj" fmla="val 50000"/>
            </a:avLst>
          </a:prstGeom>
          <a:solidFill xmlns:a="http://schemas.openxmlformats.org/drawingml/2006/main">
            <a:srgbClr val="E3F5EC"/>
          </a:solidFill>
          <a:ln xmlns:a="http://schemas.openxmlformats.org/drawingml/2006/main" w="9525">
            <a:solidFill>
              <a:srgbClr val="16845B"/>
            </a:solid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16845B"/>
                </a:solidFill>
                <a:latin typeface="Arial"/>
                <a:ea typeface="Arial"/>
                <a:cs typeface="Arial"/>
              </a:defRPr>
            </a:pPr>
            <a:r>
              <a:rPr sz="1200" b="1">
                <a:solidFill>
                  <a:srgbClr val="16845B"/>
                </a:solidFill>
                <a:latin typeface="Arial"/>
                <a:ea typeface="Arial"/>
                <a:cs typeface="Arial"/>
              </a:rPr>
              <a:t>Resolved</a:t>
            </a:r>
          </a:p>
        </p:txBody>
      </p:sp>
      <p:sp>
        <p:nvSpPr>
          <p:cNvPr id="42" name="">
            <a:extLst xmlns:a="http://schemas.openxmlformats.org/drawingml/2006/main">
              <a:ext uri="{FF2B5EF4-FFF2-40B4-BE49-F238E27FC236}">
                <a16:creationId xmlns:a16="http://schemas.microsoft.com/office/drawing/2014/main" id="{DF8DDA5F-F11F-4297-A3F7-FC4A7ED06BDB}"/>
              </a:ext>
            </a:extLst>
          </p:cNvPr>
          <p:cNvSpPr>
            <a:spLocks xmlns:a="http://schemas.openxmlformats.org/drawingml/2006/main" noGrp="1"/>
          </p:cNvSpPr>
          <p:nvPr/>
        </p:nvSpPr>
        <p:spPr>
          <a:xfrm xmlns:a="http://schemas.openxmlformats.org/drawingml/2006/main">
            <a:off x="514350" y="56197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173042"/>
                </a:solidFill>
                <a:latin typeface="Arial"/>
                <a:ea typeface="Arial"/>
                <a:cs typeface="Arial"/>
              </a:defRPr>
            </a:pPr>
            <a:r>
              <a:rPr sz="1350" b="0">
                <a:solidFill>
                  <a:srgbClr val="173042"/>
                </a:solidFill>
                <a:latin typeface="Arial"/>
                <a:ea typeface="Arial"/>
                <a:cs typeface="Arial"/>
              </a:rPr>
              <a:t>Notifications keep the resident and authority informed at each material status change.</a:t>
            </a:r>
          </a:p>
        </p:txBody>
      </p:sp>
      <p:sp>
        <p:nvSpPr>
          <p:cNvPr id="43" name="">
            <a:extLst xmlns:a="http://schemas.openxmlformats.org/drawingml/2006/main">
              <a:ext uri="{FF2B5EF4-FFF2-40B4-BE49-F238E27FC236}">
                <a16:creationId xmlns:a16="http://schemas.microsoft.com/office/drawing/2014/main" id="{7129801F-D112-4888-A848-DCDE931EB958}"/>
              </a:ext>
            </a:extLst>
          </p:cNvPr>
          <p:cNvSpPr>
            <a:spLocks xmlns:a="http://schemas.openxmlformats.org/drawingml/2006/main" noGrp="1"/>
          </p:cNvSpPr>
          <p:nvPr/>
        </p:nvSpPr>
        <p:spPr>
          <a:xfrm xmlns:a="http://schemas.openxmlformats.org/drawingml/2006/main">
            <a:off x="457200" y="655320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825" b="0">
                <a:solidFill>
                  <a:srgbClr val="607284"/>
                </a:solidFill>
                <a:latin typeface="Arial"/>
                <a:ea typeface="Arial"/>
                <a:cs typeface="Arial"/>
              </a:defRPr>
            </a:pPr>
            <a:r>
              <a:rPr sz="825" b="0">
                <a:solidFill>
                  <a:srgbClr val="607284"/>
                </a:solidFill>
                <a:latin typeface="Arial"/>
                <a:ea typeface="Arial"/>
                <a:cs typeface="Arial"/>
              </a:rPr>
              <a:t>Nogor Shomadhan  •  Final user manual</a:t>
            </a:r>
          </a:p>
        </p:txBody>
      </p:sp>
      <p:sp>
        <p:nvSpPr>
          <p:cNvPr id="44" name="">
            <a:extLst xmlns:a="http://schemas.openxmlformats.org/drawingml/2006/main">
              <a:ext uri="{FF2B5EF4-FFF2-40B4-BE49-F238E27FC236}">
                <a16:creationId xmlns:a16="http://schemas.microsoft.com/office/drawing/2014/main" id="{EA25A163-6EB7-412F-A29A-B5A15EFB900D}"/>
              </a:ext>
            </a:extLst>
          </p:cNvPr>
          <p:cNvSpPr>
            <a:spLocks xmlns:a="http://schemas.openxmlformats.org/drawingml/2006/main" noGrp="1"/>
          </p:cNvSpPr>
          <p:nvPr/>
        </p:nvSpPr>
        <p:spPr>
          <a:xfrm xmlns:a="http://schemas.openxmlformats.org/drawingml/2006/main">
            <a:off x="11372850" y="65341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900" b="1">
                <a:solidFill>
                  <a:srgbClr val="607284"/>
                </a:solidFill>
                <a:latin typeface="Arial"/>
                <a:ea typeface="Arial"/>
                <a:cs typeface="Arial"/>
              </a:defRPr>
            </a:pPr>
            <a:r>
              <a:rPr sz="900" b="1">
                <a:solidFill>
                  <a:srgbClr val="607284"/>
                </a:solidFill>
                <a:latin typeface="Arial"/>
                <a:ea typeface="Arial"/>
                <a:cs typeface="Arial"/>
              </a:rPr>
              <a:t>2</a:t>
            </a:r>
          </a:p>
        </p:txBody>
      </p:sp>
    </p:spTree>
    <p:extLst>
      <p:ext uri="{BB962C8B-B14F-4D97-AF65-F5344CB8AC3E}">
        <p14:creationId xmlns:p14="http://schemas.microsoft.com/office/powerpoint/2010/main" val="941720593"/>
      </p:ext>
    </p:extLst>
  </p:cSld>
</p:sld>
</file>

<file path=ppt/slides/slide3.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3DAD6DF4-368B-42E4-8796-3CB3FCF1DDBC}"/>
              </a:ext>
            </a:extLst>
          </p:cNvPr>
          <p:cNvSpPr>
            <a:spLocks xmlns:a="http://schemas.openxmlformats.org/drawingml/2006/main" noGrp="1"/>
          </p:cNvSpPr>
          <p:nvPr/>
        </p:nvSpPr>
        <p:spPr>
          <a:xfrm xmlns:a="http://schemas.openxmlformats.org/drawingml/2006/main">
            <a:off x="381000" y="266700"/>
            <a:ext cx="476250" cy="438150"/>
          </a:xfrm>
          <a:prstGeom xmlns:a="http://schemas.openxmlformats.org/drawingml/2006/main" prst="roundRect">
            <a:avLst>
              <a:gd name="adj" fmla="val 19565"/>
            </a:avLst>
          </a:prstGeom>
          <a:solidFill xmlns:a="http://schemas.openxmlformats.org/drawingml/2006/main">
            <a:srgbClr val="00475E"/>
          </a:solidFill>
          <a:ln xmlns:a="http://schemas.openxmlformats.org/drawingml/2006/main" w="9525">
            <a:solidFill>
              <a:srgbClr val="00475E"/>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2</a:t>
            </a:r>
          </a:p>
        </p:txBody>
      </p:sp>
      <p:sp>
        <p:nvSpPr>
          <p:cNvPr id="2" name="">
            <a:extLst xmlns:a="http://schemas.openxmlformats.org/drawingml/2006/main">
              <a:ext uri="{FF2B5EF4-FFF2-40B4-BE49-F238E27FC236}">
                <a16:creationId xmlns:a16="http://schemas.microsoft.com/office/drawing/2014/main" id="{E219AC8F-CB12-46BE-84DA-958D6AFA7C03}"/>
              </a:ext>
            </a:extLst>
          </p:cNvPr>
          <p:cNvSpPr>
            <a:spLocks xmlns:a="http://schemas.openxmlformats.org/drawingml/2006/main" noGrp="1"/>
          </p:cNvSpPr>
          <p:nvPr/>
        </p:nvSpPr>
        <p:spPr>
          <a:xfrm xmlns:a="http://schemas.openxmlformats.org/drawingml/2006/main">
            <a:off x="990600" y="238125"/>
            <a:ext cx="828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325" b="1">
                <a:solidFill>
                  <a:srgbClr val="173042"/>
                </a:solidFill>
                <a:latin typeface="Arial"/>
                <a:ea typeface="Arial"/>
                <a:cs typeface="Arial"/>
              </a:defRPr>
            </a:pPr>
            <a:r>
              <a:rPr sz="2325" b="1">
                <a:solidFill>
                  <a:srgbClr val="173042"/>
                </a:solidFill>
                <a:latin typeface="Arial"/>
                <a:ea typeface="Arial"/>
                <a:cs typeface="Arial"/>
              </a:rPr>
              <a:t>Resident dashboard and navigation</a:t>
            </a:r>
          </a:p>
        </p:txBody>
      </p:sp>
      <p:sp>
        <p:nvSpPr>
          <p:cNvPr id="3" name="">
            <a:extLst xmlns:a="http://schemas.openxmlformats.org/drawingml/2006/main">
              <a:ext uri="{FF2B5EF4-FFF2-40B4-BE49-F238E27FC236}">
                <a16:creationId xmlns:a16="http://schemas.microsoft.com/office/drawing/2014/main" id="{732748A3-0140-4806-9B44-AC227F368E0E}"/>
              </a:ext>
            </a:extLst>
          </p:cNvPr>
          <p:cNvSpPr>
            <a:spLocks xmlns:a="http://schemas.openxmlformats.org/drawingml/2006/main" noGrp="1"/>
          </p:cNvSpPr>
          <p:nvPr/>
        </p:nvSpPr>
        <p:spPr>
          <a:xfrm xmlns:a="http://schemas.openxmlformats.org/drawingml/2006/main">
            <a:off x="10477500" y="285750"/>
            <a:ext cx="1123950" cy="323850"/>
          </a:xfrm>
          <a:prstGeom xmlns:a="http://schemas.openxmlformats.org/drawingml/2006/main" prst="roundRect">
            <a:avLst>
              <a:gd name="adj" fmla="val 50000"/>
            </a:avLst>
          </a:prstGeom>
          <a:solidFill xmlns:a="http://schemas.openxmlformats.org/drawingml/2006/main">
            <a:srgbClr val="DDF3F0"/>
          </a:solidFill>
          <a:ln xmlns:a="http://schemas.openxmlformats.org/drawingml/2006/main" w="9525">
            <a:solidFill>
              <a:srgbClr val="DDF3F0"/>
            </a:solidFill>
            <a:prstDash val="solid"/>
          </a:ln>
        </p:spPr>
        <p:txBody>
          <a:bodyPr xmlns:a="http://schemas.openxmlformats.org/drawingml/2006/main" anchor="ctr">
            <a:noAutofit/>
          </a:bodyPr>
          <a:lstStyle xmlns:a="http://schemas.openxmlformats.org/drawingml/2006/main"/>
          <a:p xmlns:a="http://schemas.openxmlformats.org/drawingml/2006/main">
            <a:pPr algn="ctr">
              <a:defRPr sz="1125" b="1">
                <a:solidFill>
                  <a:srgbClr val="176B74"/>
                </a:solidFill>
                <a:latin typeface="Arial"/>
                <a:ea typeface="Arial"/>
                <a:cs typeface="Arial"/>
              </a:defRPr>
            </a:pPr>
            <a:r>
              <a:rPr sz="1125" b="1">
                <a:solidFill>
                  <a:srgbClr val="176B74"/>
                </a:solidFill>
                <a:latin typeface="Arial"/>
                <a:ea typeface="Arial"/>
                <a:cs typeface="Arial"/>
              </a:rPr>
              <a:t>Resident</a:t>
            </a:r>
          </a:p>
        </p:txBody>
      </p:sp>
      <p:sp>
        <p:nvSpPr>
          <p:cNvPr id="4" name="">
            <a:extLst xmlns:a="http://schemas.openxmlformats.org/drawingml/2006/main">
              <a:ext uri="{FF2B5EF4-FFF2-40B4-BE49-F238E27FC236}">
                <a16:creationId xmlns:a16="http://schemas.microsoft.com/office/drawing/2014/main" id="{66D87E7F-C090-463B-A23F-9E5D5DE926A7}"/>
              </a:ext>
            </a:extLst>
          </p:cNvPr>
          <p:cNvSpPr>
            <a:spLocks xmlns:a="http://schemas.openxmlformats.org/drawingml/2006/main" noGrp="1"/>
          </p:cNvSpPr>
          <p:nvPr/>
        </p:nvSpPr>
        <p:spPr>
          <a:xfrm xmlns:a="http://schemas.openxmlformats.org/drawingml/2006/main">
            <a:off x="381000" y="876300"/>
            <a:ext cx="1143000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5" name="">
            <a:extLst xmlns:a="http://schemas.openxmlformats.org/drawingml/2006/main">
              <a:ext uri="{FF2B5EF4-FFF2-40B4-BE49-F238E27FC236}">
                <a16:creationId xmlns:a16="http://schemas.microsoft.com/office/drawing/2014/main" id="{E7128095-722C-4A0D-AAA6-162CD44B742D}"/>
              </a:ext>
            </a:extLst>
          </p:cNvPr>
          <p:cNvSpPr>
            <a:spLocks xmlns:a="http://schemas.openxmlformats.org/drawingml/2006/main" noGrp="1"/>
          </p:cNvSpPr>
          <p:nvPr/>
        </p:nvSpPr>
        <p:spPr>
          <a:xfrm xmlns:a="http://schemas.openxmlformats.org/drawingml/2006/main">
            <a:off x="533400" y="137160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FA961328-315C-42D8-8C88-CD571FAB0663}"/>
              </a:ext>
            </a:extLst>
          </p:cNvPr>
          <p:cNvSpPr>
            <a:spLocks xmlns:a="http://schemas.openxmlformats.org/drawingml/2006/main" noGrp="1"/>
          </p:cNvSpPr>
          <p:nvPr/>
        </p:nvSpPr>
        <p:spPr>
          <a:xfrm xmlns:a="http://schemas.openxmlformats.org/drawingml/2006/main">
            <a:off x="933450" y="1333500"/>
            <a:ext cx="3505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Sign in with a verified resident account.</a:t>
            </a:r>
          </a:p>
        </p:txBody>
      </p:sp>
      <p:sp>
        <p:nvSpPr>
          <p:cNvPr id="7" name="">
            <a:extLst xmlns:a="http://schemas.openxmlformats.org/drawingml/2006/main">
              <a:ext uri="{FF2B5EF4-FFF2-40B4-BE49-F238E27FC236}">
                <a16:creationId xmlns:a16="http://schemas.microsoft.com/office/drawing/2014/main" id="{2C265375-372B-4AB5-9A3A-D42E3AB1873D}"/>
              </a:ext>
            </a:extLst>
          </p:cNvPr>
          <p:cNvSpPr>
            <a:spLocks xmlns:a="http://schemas.openxmlformats.org/drawingml/2006/main" noGrp="1"/>
          </p:cNvSpPr>
          <p:nvPr/>
        </p:nvSpPr>
        <p:spPr>
          <a:xfrm xmlns:a="http://schemas.openxmlformats.org/drawingml/2006/main">
            <a:off x="533400" y="224790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8" name="">
            <a:extLst xmlns:a="http://schemas.openxmlformats.org/drawingml/2006/main">
              <a:ext uri="{FF2B5EF4-FFF2-40B4-BE49-F238E27FC236}">
                <a16:creationId xmlns:a16="http://schemas.microsoft.com/office/drawing/2014/main" id="{3EED0629-C4E1-4BF1-A26A-E7FB85B50CF6}"/>
              </a:ext>
            </a:extLst>
          </p:cNvPr>
          <p:cNvSpPr>
            <a:spLocks xmlns:a="http://schemas.openxmlformats.org/drawingml/2006/main" noGrp="1"/>
          </p:cNvSpPr>
          <p:nvPr/>
        </p:nvSpPr>
        <p:spPr>
          <a:xfrm xmlns:a="http://schemas.openxmlformats.org/drawingml/2006/main">
            <a:off x="933450" y="2209800"/>
            <a:ext cx="3505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Review total, pending, in-progress, and resolved counts.</a:t>
            </a:r>
          </a:p>
        </p:txBody>
      </p:sp>
      <p:sp>
        <p:nvSpPr>
          <p:cNvPr id="9" name="">
            <a:extLst xmlns:a="http://schemas.openxmlformats.org/drawingml/2006/main">
              <a:ext uri="{FF2B5EF4-FFF2-40B4-BE49-F238E27FC236}">
                <a16:creationId xmlns:a16="http://schemas.microsoft.com/office/drawing/2014/main" id="{FB085304-03BC-4C0A-8888-958F5A0968C3}"/>
              </a:ext>
            </a:extLst>
          </p:cNvPr>
          <p:cNvSpPr>
            <a:spLocks xmlns:a="http://schemas.openxmlformats.org/drawingml/2006/main" noGrp="1"/>
          </p:cNvSpPr>
          <p:nvPr/>
        </p:nvSpPr>
        <p:spPr>
          <a:xfrm xmlns:a="http://schemas.openxmlformats.org/drawingml/2006/main">
            <a:off x="533400" y="312420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10" name="">
            <a:extLst xmlns:a="http://schemas.openxmlformats.org/drawingml/2006/main">
              <a:ext uri="{FF2B5EF4-FFF2-40B4-BE49-F238E27FC236}">
                <a16:creationId xmlns:a16="http://schemas.microsoft.com/office/drawing/2014/main" id="{B96F4135-685B-416E-85F8-E4DC252D0B51}"/>
              </a:ext>
            </a:extLst>
          </p:cNvPr>
          <p:cNvSpPr>
            <a:spLocks xmlns:a="http://schemas.openxmlformats.org/drawingml/2006/main" noGrp="1"/>
          </p:cNvSpPr>
          <p:nvPr/>
        </p:nvSpPr>
        <p:spPr>
          <a:xfrm xmlns:a="http://schemas.openxmlformats.org/drawingml/2006/main">
            <a:off x="933450" y="3086100"/>
            <a:ext cx="3505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Tap a recent complaint to open its details.</a:t>
            </a:r>
          </a:p>
        </p:txBody>
      </p:sp>
      <p:sp>
        <p:nvSpPr>
          <p:cNvPr id="11" name="">
            <a:extLst xmlns:a="http://schemas.openxmlformats.org/drawingml/2006/main">
              <a:ext uri="{FF2B5EF4-FFF2-40B4-BE49-F238E27FC236}">
                <a16:creationId xmlns:a16="http://schemas.microsoft.com/office/drawing/2014/main" id="{41CE46C2-28AC-46AE-BD8C-00552211A4E6}"/>
              </a:ext>
            </a:extLst>
          </p:cNvPr>
          <p:cNvSpPr>
            <a:spLocks xmlns:a="http://schemas.openxmlformats.org/drawingml/2006/main" noGrp="1"/>
          </p:cNvSpPr>
          <p:nvPr/>
        </p:nvSpPr>
        <p:spPr>
          <a:xfrm xmlns:a="http://schemas.openxmlformats.org/drawingml/2006/main">
            <a:off x="533400" y="400050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12" name="">
            <a:extLst xmlns:a="http://schemas.openxmlformats.org/drawingml/2006/main">
              <a:ext uri="{FF2B5EF4-FFF2-40B4-BE49-F238E27FC236}">
                <a16:creationId xmlns:a16="http://schemas.microsoft.com/office/drawing/2014/main" id="{949388A6-C14C-4D6E-9112-11EA0996295C}"/>
              </a:ext>
            </a:extLst>
          </p:cNvPr>
          <p:cNvSpPr>
            <a:spLocks xmlns:a="http://schemas.openxmlformats.org/drawingml/2006/main" noGrp="1"/>
          </p:cNvSpPr>
          <p:nvPr/>
        </p:nvSpPr>
        <p:spPr>
          <a:xfrm xmlns:a="http://schemas.openxmlformats.org/drawingml/2006/main">
            <a:off x="933450" y="3962400"/>
            <a:ext cx="3505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Use the bottom tabs for Complaints, Analytics, and Forum.</a:t>
            </a:r>
          </a:p>
        </p:txBody>
      </p:sp>
      <p:sp>
        <p:nvSpPr>
          <p:cNvPr id="13" name="">
            <a:extLst xmlns:a="http://schemas.openxmlformats.org/drawingml/2006/main">
              <a:ext uri="{FF2B5EF4-FFF2-40B4-BE49-F238E27FC236}">
                <a16:creationId xmlns:a16="http://schemas.microsoft.com/office/drawing/2014/main" id="{A0CCB18D-342A-41E6-885D-B362F4CF4A26}"/>
              </a:ext>
            </a:extLst>
          </p:cNvPr>
          <p:cNvSpPr>
            <a:spLocks xmlns:a="http://schemas.openxmlformats.org/drawingml/2006/main" noGrp="1"/>
          </p:cNvSpPr>
          <p:nvPr/>
        </p:nvSpPr>
        <p:spPr>
          <a:xfrm xmlns:a="http://schemas.openxmlformats.org/drawingml/2006/main">
            <a:off x="5067300" y="1028700"/>
            <a:ext cx="2552700" cy="5353050"/>
          </a:xfrm>
          <a:prstGeom xmlns:a="http://schemas.openxmlformats.org/drawingml/2006/main" prst="roundRect">
            <a:avLst>
              <a:gd name="adj" fmla="val 9328"/>
            </a:avLst>
          </a:prstGeom>
          <a:solidFill xmlns:a="http://schemas.openxmlformats.org/drawingml/2006/main">
            <a:srgbClr val="102A38"/>
          </a:solidFill>
          <a:ln xmlns:a="http://schemas.openxmlformats.org/drawingml/2006/main" w="9525">
            <a:solidFill>
              <a:srgbClr val="102A38"/>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368ae7a271644a52"/>
          <a:srcRect xmlns:a="http://schemas.openxmlformats.org/drawingml/2006/main" l="0" t="18" r="0" b="18"/>
          <a:stretch xmlns:a="http://schemas.openxmlformats.org/drawingml/2006/main">
            <a:fillRect l="0" t="0" r="0" b="0"/>
          </a:stretch>
        </p:blipFill>
        <p:spPr>
          <a:xfrm xmlns:a="http://schemas.openxmlformats.org/drawingml/2006/main">
            <a:off x="5143500" y="1104900"/>
            <a:ext cx="2400300" cy="5200650"/>
          </a:xfrm>
          <a:prstGeom xmlns:a="http://schemas.openxmlformats.org/drawingml/2006/main" prst="roundRect">
            <a:avLst>
              <a:gd name="adj" fmla="val 7143"/>
            </a:avLst>
          </a:prstGeom>
        </p:spPr>
      </p:pic>
      <p:sp>
        <p:nvSpPr>
          <p:cNvPr id="15" name="">
            <a:extLst xmlns:a="http://schemas.openxmlformats.org/drawingml/2006/main">
              <a:ext uri="{FF2B5EF4-FFF2-40B4-BE49-F238E27FC236}">
                <a16:creationId xmlns:a16="http://schemas.microsoft.com/office/drawing/2014/main" id="{AB73E3C6-17BB-47AC-8AFF-E66848559FDC}"/>
              </a:ext>
            </a:extLst>
          </p:cNvPr>
          <p:cNvSpPr>
            <a:spLocks xmlns:a="http://schemas.openxmlformats.org/drawingml/2006/main" noGrp="1"/>
          </p:cNvSpPr>
          <p:nvPr/>
        </p:nvSpPr>
        <p:spPr>
          <a:xfrm xmlns:a="http://schemas.openxmlformats.org/drawingml/2006/main">
            <a:off x="5029200" y="6438900"/>
            <a:ext cx="2628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975" b="1">
                <a:solidFill>
                  <a:srgbClr val="607284"/>
                </a:solidFill>
                <a:latin typeface="Arial"/>
                <a:ea typeface="Arial"/>
                <a:cs typeface="Arial"/>
              </a:defRPr>
            </a:pPr>
            <a:r>
              <a:rPr sz="975" b="1">
                <a:solidFill>
                  <a:srgbClr val="607284"/>
                </a:solidFill>
                <a:latin typeface="Arial"/>
                <a:ea typeface="Arial"/>
                <a:cs typeface="Arial"/>
              </a:rPr>
              <a:t>Resident dashboard</a:t>
            </a:r>
          </a:p>
        </p:txBody>
      </p:sp>
      <p:sp>
        <p:nvSpPr>
          <p:cNvPr id="16" name="">
            <a:extLst xmlns:a="http://schemas.openxmlformats.org/drawingml/2006/main">
              <a:ext uri="{FF2B5EF4-FFF2-40B4-BE49-F238E27FC236}">
                <a16:creationId xmlns:a16="http://schemas.microsoft.com/office/drawing/2014/main" id="{48627636-B778-4D7B-93AB-DAA749F12E70}"/>
              </a:ext>
            </a:extLst>
          </p:cNvPr>
          <p:cNvSpPr>
            <a:spLocks xmlns:a="http://schemas.openxmlformats.org/drawingml/2006/main" noGrp="1"/>
          </p:cNvSpPr>
          <p:nvPr/>
        </p:nvSpPr>
        <p:spPr>
          <a:xfrm xmlns:a="http://schemas.openxmlformats.org/drawingml/2006/main">
            <a:off x="5219700" y="1743075"/>
            <a:ext cx="2247900" cy="1352550"/>
          </a:xfrm>
          <a:prstGeom xmlns:a="http://schemas.openxmlformats.org/drawingml/2006/main" prst="roundRect">
            <a:avLst>
              <a:gd name="adj" fmla="val 5634"/>
            </a:avLst>
          </a:prstGeom>
          <a:noFill xmlns:a="http://schemas.openxmlformats.org/drawingml/2006/main"/>
          <a:ln xmlns:a="http://schemas.openxmlformats.org/drawingml/2006/main" w="28575">
            <a:solidFill>
              <a:srgbClr val="176B74"/>
            </a:solidFill>
            <a:prstDash val="solid"/>
          </a:ln>
        </p:spPr>
      </p:sp>
      <p:sp>
        <p:nvSpPr>
          <p:cNvPr id="17" name="">
            <a:extLst xmlns:a="http://schemas.openxmlformats.org/drawingml/2006/main">
              <a:ext uri="{FF2B5EF4-FFF2-40B4-BE49-F238E27FC236}">
                <a16:creationId xmlns:a16="http://schemas.microsoft.com/office/drawing/2014/main" id="{7FBE534F-3389-4050-B71E-450EC58AA17F}"/>
              </a:ext>
            </a:extLst>
          </p:cNvPr>
          <p:cNvSpPr>
            <a:spLocks xmlns:a="http://schemas.openxmlformats.org/drawingml/2006/main" noGrp="1"/>
          </p:cNvSpPr>
          <p:nvPr/>
        </p:nvSpPr>
        <p:spPr>
          <a:xfrm xmlns:a="http://schemas.openxmlformats.org/drawingml/2006/main">
            <a:off x="7277100" y="1876425"/>
            <a:ext cx="285750" cy="285750"/>
          </a:xfrm>
          <a:prstGeom xmlns:a="http://schemas.openxmlformats.org/drawingml/2006/main" prst="ellipse">
            <a:avLst/>
          </a:prstGeom>
          <a:solidFill xmlns:a="http://schemas.openxmlformats.org/drawingml/2006/main">
            <a:srgbClr val="176B74"/>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18" name="">
            <a:extLst xmlns:a="http://schemas.openxmlformats.org/drawingml/2006/main">
              <a:ext uri="{FF2B5EF4-FFF2-40B4-BE49-F238E27FC236}">
                <a16:creationId xmlns:a16="http://schemas.microsoft.com/office/drawing/2014/main" id="{20E8CACD-052C-4F70-80D4-46842FF03EE6}"/>
              </a:ext>
            </a:extLst>
          </p:cNvPr>
          <p:cNvSpPr>
            <a:spLocks xmlns:a="http://schemas.openxmlformats.org/drawingml/2006/main" noGrp="1"/>
          </p:cNvSpPr>
          <p:nvPr/>
        </p:nvSpPr>
        <p:spPr>
          <a:xfrm xmlns:a="http://schemas.openxmlformats.org/drawingml/2006/main">
            <a:off x="5219700" y="3333750"/>
            <a:ext cx="2247900" cy="1619250"/>
          </a:xfrm>
          <a:prstGeom xmlns:a="http://schemas.openxmlformats.org/drawingml/2006/main" prst="roundRect">
            <a:avLst>
              <a:gd name="adj" fmla="val 4706"/>
            </a:avLst>
          </a:prstGeom>
          <a:noFill xmlns:a="http://schemas.openxmlformats.org/drawingml/2006/main"/>
          <a:ln xmlns:a="http://schemas.openxmlformats.org/drawingml/2006/main" w="28575">
            <a:solidFill>
              <a:srgbClr val="176B74"/>
            </a:solidFill>
            <a:prstDash val="solid"/>
          </a:ln>
        </p:spPr>
      </p:sp>
      <p:sp>
        <p:nvSpPr>
          <p:cNvPr id="19" name="">
            <a:extLst xmlns:a="http://schemas.openxmlformats.org/drawingml/2006/main">
              <a:ext uri="{FF2B5EF4-FFF2-40B4-BE49-F238E27FC236}">
                <a16:creationId xmlns:a16="http://schemas.microsoft.com/office/drawing/2014/main" id="{49743109-097C-411A-9499-68E33974B069}"/>
              </a:ext>
            </a:extLst>
          </p:cNvPr>
          <p:cNvSpPr>
            <a:spLocks xmlns:a="http://schemas.openxmlformats.org/drawingml/2006/main" noGrp="1"/>
          </p:cNvSpPr>
          <p:nvPr/>
        </p:nvSpPr>
        <p:spPr>
          <a:xfrm xmlns:a="http://schemas.openxmlformats.org/drawingml/2006/main">
            <a:off x="7277100" y="3552825"/>
            <a:ext cx="285750" cy="285750"/>
          </a:xfrm>
          <a:prstGeom xmlns:a="http://schemas.openxmlformats.org/drawingml/2006/main" prst="ellipse">
            <a:avLst/>
          </a:prstGeom>
          <a:solidFill xmlns:a="http://schemas.openxmlformats.org/drawingml/2006/main">
            <a:srgbClr val="176B74"/>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20" name="">
            <a:extLst xmlns:a="http://schemas.openxmlformats.org/drawingml/2006/main">
              <a:ext uri="{FF2B5EF4-FFF2-40B4-BE49-F238E27FC236}">
                <a16:creationId xmlns:a16="http://schemas.microsoft.com/office/drawing/2014/main" id="{2D709116-F8F4-4F3A-8B78-969DB322D345}"/>
              </a:ext>
            </a:extLst>
          </p:cNvPr>
          <p:cNvSpPr>
            <a:spLocks xmlns:a="http://schemas.openxmlformats.org/drawingml/2006/main" noGrp="1"/>
          </p:cNvSpPr>
          <p:nvPr/>
        </p:nvSpPr>
        <p:spPr>
          <a:xfrm xmlns:a="http://schemas.openxmlformats.org/drawingml/2006/main">
            <a:off x="5219700" y="5791200"/>
            <a:ext cx="2247900" cy="419100"/>
          </a:xfrm>
          <a:prstGeom xmlns:a="http://schemas.openxmlformats.org/drawingml/2006/main" prst="roundRect">
            <a:avLst>
              <a:gd name="adj" fmla="val 18182"/>
            </a:avLst>
          </a:prstGeom>
          <a:noFill xmlns:a="http://schemas.openxmlformats.org/drawingml/2006/main"/>
          <a:ln xmlns:a="http://schemas.openxmlformats.org/drawingml/2006/main" w="28575">
            <a:solidFill>
              <a:srgbClr val="176B74"/>
            </a:solidFill>
            <a:prstDash val="solid"/>
          </a:ln>
        </p:spPr>
      </p:sp>
      <p:sp>
        <p:nvSpPr>
          <p:cNvPr id="21" name="">
            <a:extLst xmlns:a="http://schemas.openxmlformats.org/drawingml/2006/main">
              <a:ext uri="{FF2B5EF4-FFF2-40B4-BE49-F238E27FC236}">
                <a16:creationId xmlns:a16="http://schemas.microsoft.com/office/drawing/2014/main" id="{F0CBD637-4C7A-48D5-B2F6-C21374410D9B}"/>
              </a:ext>
            </a:extLst>
          </p:cNvPr>
          <p:cNvSpPr>
            <a:spLocks xmlns:a="http://schemas.openxmlformats.org/drawingml/2006/main" noGrp="1"/>
          </p:cNvSpPr>
          <p:nvPr/>
        </p:nvSpPr>
        <p:spPr>
          <a:xfrm xmlns:a="http://schemas.openxmlformats.org/drawingml/2006/main">
            <a:off x="7277100" y="5905500"/>
            <a:ext cx="285750" cy="285750"/>
          </a:xfrm>
          <a:prstGeom xmlns:a="http://schemas.openxmlformats.org/drawingml/2006/main" prst="ellipse">
            <a:avLst/>
          </a:prstGeom>
          <a:solidFill xmlns:a="http://schemas.openxmlformats.org/drawingml/2006/main">
            <a:srgbClr val="176B74"/>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22" name="">
            <a:extLst xmlns:a="http://schemas.openxmlformats.org/drawingml/2006/main">
              <a:ext uri="{FF2B5EF4-FFF2-40B4-BE49-F238E27FC236}">
                <a16:creationId xmlns:a16="http://schemas.microsoft.com/office/drawing/2014/main" id="{EF539642-90C9-4BC9-9520-43C0E4ED9B2B}"/>
              </a:ext>
            </a:extLst>
          </p:cNvPr>
          <p:cNvSpPr>
            <a:spLocks xmlns:a="http://schemas.openxmlformats.org/drawingml/2006/main" noGrp="1"/>
          </p:cNvSpPr>
          <p:nvPr/>
        </p:nvSpPr>
        <p:spPr>
          <a:xfrm xmlns:a="http://schemas.openxmlformats.org/drawingml/2006/main">
            <a:off x="8191500" y="16192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B9681C"/>
                </a:solidFill>
                <a:latin typeface="Arial"/>
                <a:ea typeface="Arial"/>
                <a:cs typeface="Arial"/>
              </a:defRPr>
            </a:pPr>
            <a:r>
              <a:rPr sz="1200" b="1">
                <a:solidFill>
                  <a:srgbClr val="B9681C"/>
                </a:solidFill>
                <a:latin typeface="Arial"/>
                <a:ea typeface="Arial"/>
                <a:cs typeface="Arial"/>
              </a:rPr>
              <a:t>Demo focus</a:t>
            </a:r>
          </a:p>
        </p:txBody>
      </p:sp>
      <p:sp>
        <p:nvSpPr>
          <p:cNvPr id="23" name="">
            <a:extLst xmlns:a="http://schemas.openxmlformats.org/drawingml/2006/main">
              <a:ext uri="{FF2B5EF4-FFF2-40B4-BE49-F238E27FC236}">
                <a16:creationId xmlns:a16="http://schemas.microsoft.com/office/drawing/2014/main" id="{76A1BF70-B241-44D0-8699-3C4671715B45}"/>
              </a:ext>
            </a:extLst>
          </p:cNvPr>
          <p:cNvSpPr>
            <a:spLocks xmlns:a="http://schemas.openxmlformats.org/drawingml/2006/main" noGrp="1"/>
          </p:cNvSpPr>
          <p:nvPr/>
        </p:nvSpPr>
        <p:spPr>
          <a:xfrm xmlns:a="http://schemas.openxmlformats.org/drawingml/2006/main">
            <a:off x="8191500" y="1981200"/>
            <a:ext cx="285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00" b="0">
                <a:solidFill>
                  <a:srgbClr val="173042"/>
                </a:solidFill>
                <a:latin typeface="Arial"/>
                <a:ea typeface="Arial"/>
                <a:cs typeface="Arial"/>
              </a:defRPr>
            </a:pPr>
            <a:r>
              <a:rPr sz="1500" b="0">
                <a:solidFill>
                  <a:srgbClr val="173042"/>
                </a:solidFill>
                <a:latin typeface="Arial"/>
                <a:ea typeface="Arial"/>
                <a:cs typeface="Arial"/>
              </a:rPr>
              <a:t>Open a complaint or start a new report. Skip profile editing during the live presentation.</a:t>
            </a:r>
          </a:p>
        </p:txBody>
      </p:sp>
      <p:sp>
        <p:nvSpPr>
          <p:cNvPr id="24" name="">
            <a:extLst xmlns:a="http://schemas.openxmlformats.org/drawingml/2006/main">
              <a:ext uri="{FF2B5EF4-FFF2-40B4-BE49-F238E27FC236}">
                <a16:creationId xmlns:a16="http://schemas.microsoft.com/office/drawing/2014/main" id="{AE5EBCDE-8A1E-4B5F-8FC7-617CC241AB07}"/>
              </a:ext>
            </a:extLst>
          </p:cNvPr>
          <p:cNvSpPr>
            <a:spLocks xmlns:a="http://schemas.openxmlformats.org/drawingml/2006/main" noGrp="1"/>
          </p:cNvSpPr>
          <p:nvPr/>
        </p:nvSpPr>
        <p:spPr>
          <a:xfrm xmlns:a="http://schemas.openxmlformats.org/drawingml/2006/main">
            <a:off x="8191500" y="3352800"/>
            <a:ext cx="28575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607284"/>
                </a:solidFill>
                <a:latin typeface="Arial"/>
                <a:ea typeface="Arial"/>
                <a:cs typeface="Arial"/>
              </a:defRPr>
            </a:pPr>
            <a:r>
              <a:rPr sz="1350" b="0">
                <a:solidFill>
                  <a:srgbClr val="607284"/>
                </a:solidFill>
                <a:latin typeface="Arial"/>
                <a:ea typeface="Arial"/>
                <a:cs typeface="Arial"/>
              </a:rPr>
              <a:t>Resident can also browse all verified community complaints, raise urgency, comment, and follow progress.</a:t>
            </a:r>
          </a:p>
        </p:txBody>
      </p:sp>
      <p:sp>
        <p:nvSpPr>
          <p:cNvPr id="25" name="">
            <a:extLst xmlns:a="http://schemas.openxmlformats.org/drawingml/2006/main">
              <a:ext uri="{FF2B5EF4-FFF2-40B4-BE49-F238E27FC236}">
                <a16:creationId xmlns:a16="http://schemas.microsoft.com/office/drawing/2014/main" id="{31A0D556-0C48-4A9E-9BA9-29A28E31826F}"/>
              </a:ext>
            </a:extLst>
          </p:cNvPr>
          <p:cNvSpPr>
            <a:spLocks xmlns:a="http://schemas.openxmlformats.org/drawingml/2006/main" noGrp="1"/>
          </p:cNvSpPr>
          <p:nvPr/>
        </p:nvSpPr>
        <p:spPr>
          <a:xfrm xmlns:a="http://schemas.openxmlformats.org/drawingml/2006/main">
            <a:off x="457200" y="655320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825" b="0">
                <a:solidFill>
                  <a:srgbClr val="607284"/>
                </a:solidFill>
                <a:latin typeface="Arial"/>
                <a:ea typeface="Arial"/>
                <a:cs typeface="Arial"/>
              </a:defRPr>
            </a:pPr>
            <a:r>
              <a:rPr sz="825" b="0">
                <a:solidFill>
                  <a:srgbClr val="607284"/>
                </a:solidFill>
                <a:latin typeface="Arial"/>
                <a:ea typeface="Arial"/>
                <a:cs typeface="Arial"/>
              </a:rPr>
              <a:t>Nogor Shomadhan  •  Final user manual</a:t>
            </a:r>
          </a:p>
        </p:txBody>
      </p:sp>
      <p:sp>
        <p:nvSpPr>
          <p:cNvPr id="26" name="">
            <a:extLst xmlns:a="http://schemas.openxmlformats.org/drawingml/2006/main">
              <a:ext uri="{FF2B5EF4-FFF2-40B4-BE49-F238E27FC236}">
                <a16:creationId xmlns:a16="http://schemas.microsoft.com/office/drawing/2014/main" id="{A341C061-4951-411A-82C1-0C47D9173671}"/>
              </a:ext>
            </a:extLst>
          </p:cNvPr>
          <p:cNvSpPr>
            <a:spLocks xmlns:a="http://schemas.openxmlformats.org/drawingml/2006/main" noGrp="1"/>
          </p:cNvSpPr>
          <p:nvPr/>
        </p:nvSpPr>
        <p:spPr>
          <a:xfrm xmlns:a="http://schemas.openxmlformats.org/drawingml/2006/main">
            <a:off x="11372850" y="65341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900" b="1">
                <a:solidFill>
                  <a:srgbClr val="607284"/>
                </a:solidFill>
                <a:latin typeface="Arial"/>
                <a:ea typeface="Arial"/>
                <a:cs typeface="Arial"/>
              </a:defRPr>
            </a:pPr>
            <a:r>
              <a:rPr sz="900" b="1">
                <a:solidFill>
                  <a:srgbClr val="607284"/>
                </a:solidFill>
                <a:latin typeface="Arial"/>
                <a:ea typeface="Arial"/>
                <a:cs typeface="Arial"/>
              </a:rPr>
              <a:t>3</a:t>
            </a:r>
          </a:p>
        </p:txBody>
      </p:sp>
    </p:spTree>
    <p:extLst>
      <p:ext uri="{BB962C8B-B14F-4D97-AF65-F5344CB8AC3E}">
        <p14:creationId xmlns:p14="http://schemas.microsoft.com/office/powerpoint/2010/main" val="29343041"/>
      </p:ext>
    </p:extLst>
  </p:cSld>
</p:sld>
</file>

<file path=ppt/slides/slide4.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94867A94-DBCE-4E8A-A6B5-1D5056615FF1}"/>
              </a:ext>
            </a:extLst>
          </p:cNvPr>
          <p:cNvSpPr>
            <a:spLocks xmlns:a="http://schemas.openxmlformats.org/drawingml/2006/main" noGrp="1"/>
          </p:cNvSpPr>
          <p:nvPr/>
        </p:nvSpPr>
        <p:spPr>
          <a:xfrm xmlns:a="http://schemas.openxmlformats.org/drawingml/2006/main">
            <a:off x="381000" y="266700"/>
            <a:ext cx="476250" cy="438150"/>
          </a:xfrm>
          <a:prstGeom xmlns:a="http://schemas.openxmlformats.org/drawingml/2006/main" prst="roundRect">
            <a:avLst>
              <a:gd name="adj" fmla="val 19565"/>
            </a:avLst>
          </a:prstGeom>
          <a:solidFill xmlns:a="http://schemas.openxmlformats.org/drawingml/2006/main">
            <a:srgbClr val="00475E"/>
          </a:solidFill>
          <a:ln xmlns:a="http://schemas.openxmlformats.org/drawingml/2006/main" w="9525">
            <a:solidFill>
              <a:srgbClr val="00475E"/>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3</a:t>
            </a:r>
          </a:p>
        </p:txBody>
      </p:sp>
      <p:sp>
        <p:nvSpPr>
          <p:cNvPr id="2" name="">
            <a:extLst xmlns:a="http://schemas.openxmlformats.org/drawingml/2006/main">
              <a:ext uri="{FF2B5EF4-FFF2-40B4-BE49-F238E27FC236}">
                <a16:creationId xmlns:a16="http://schemas.microsoft.com/office/drawing/2014/main" id="{01ADA340-D56E-4835-98A0-619B0BF6331A}"/>
              </a:ext>
            </a:extLst>
          </p:cNvPr>
          <p:cNvSpPr>
            <a:spLocks xmlns:a="http://schemas.openxmlformats.org/drawingml/2006/main" noGrp="1"/>
          </p:cNvSpPr>
          <p:nvPr/>
        </p:nvSpPr>
        <p:spPr>
          <a:xfrm xmlns:a="http://schemas.openxmlformats.org/drawingml/2006/main">
            <a:off x="990600" y="238125"/>
            <a:ext cx="828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325" b="1">
                <a:solidFill>
                  <a:srgbClr val="173042"/>
                </a:solidFill>
                <a:latin typeface="Arial"/>
                <a:ea typeface="Arial"/>
                <a:cs typeface="Arial"/>
              </a:defRPr>
            </a:pPr>
            <a:r>
              <a:rPr sz="2325" b="1">
                <a:solidFill>
                  <a:srgbClr val="173042"/>
                </a:solidFill>
                <a:latin typeface="Arial"/>
                <a:ea typeface="Arial"/>
                <a:cs typeface="Arial"/>
              </a:rPr>
              <a:t>Submitting a new community issue</a:t>
            </a:r>
          </a:p>
        </p:txBody>
      </p:sp>
      <p:sp>
        <p:nvSpPr>
          <p:cNvPr id="3" name="">
            <a:extLst xmlns:a="http://schemas.openxmlformats.org/drawingml/2006/main">
              <a:ext uri="{FF2B5EF4-FFF2-40B4-BE49-F238E27FC236}">
                <a16:creationId xmlns:a16="http://schemas.microsoft.com/office/drawing/2014/main" id="{0C1A24F4-CCC9-489C-AFD6-E94F6F8FAA34}"/>
              </a:ext>
            </a:extLst>
          </p:cNvPr>
          <p:cNvSpPr>
            <a:spLocks xmlns:a="http://schemas.openxmlformats.org/drawingml/2006/main" noGrp="1"/>
          </p:cNvSpPr>
          <p:nvPr/>
        </p:nvSpPr>
        <p:spPr>
          <a:xfrm xmlns:a="http://schemas.openxmlformats.org/drawingml/2006/main">
            <a:off x="10477500" y="285750"/>
            <a:ext cx="1123950" cy="323850"/>
          </a:xfrm>
          <a:prstGeom xmlns:a="http://schemas.openxmlformats.org/drawingml/2006/main" prst="roundRect">
            <a:avLst>
              <a:gd name="adj" fmla="val 50000"/>
            </a:avLst>
          </a:prstGeom>
          <a:solidFill xmlns:a="http://schemas.openxmlformats.org/drawingml/2006/main">
            <a:srgbClr val="DDF3F0"/>
          </a:solidFill>
          <a:ln xmlns:a="http://schemas.openxmlformats.org/drawingml/2006/main" w="9525">
            <a:solidFill>
              <a:srgbClr val="DDF3F0"/>
            </a:solidFill>
            <a:prstDash val="solid"/>
          </a:ln>
        </p:spPr>
        <p:txBody>
          <a:bodyPr xmlns:a="http://schemas.openxmlformats.org/drawingml/2006/main" anchor="ctr">
            <a:noAutofit/>
          </a:bodyPr>
          <a:lstStyle xmlns:a="http://schemas.openxmlformats.org/drawingml/2006/main"/>
          <a:p xmlns:a="http://schemas.openxmlformats.org/drawingml/2006/main">
            <a:pPr algn="ctr">
              <a:defRPr sz="1125" b="1">
                <a:solidFill>
                  <a:srgbClr val="176B74"/>
                </a:solidFill>
                <a:latin typeface="Arial"/>
                <a:ea typeface="Arial"/>
                <a:cs typeface="Arial"/>
              </a:defRPr>
            </a:pPr>
            <a:r>
              <a:rPr sz="1125" b="1">
                <a:solidFill>
                  <a:srgbClr val="176B74"/>
                </a:solidFill>
                <a:latin typeface="Arial"/>
                <a:ea typeface="Arial"/>
                <a:cs typeface="Arial"/>
              </a:rPr>
              <a:t>Resident</a:t>
            </a:r>
          </a:p>
        </p:txBody>
      </p:sp>
      <p:sp>
        <p:nvSpPr>
          <p:cNvPr id="4" name="">
            <a:extLst xmlns:a="http://schemas.openxmlformats.org/drawingml/2006/main">
              <a:ext uri="{FF2B5EF4-FFF2-40B4-BE49-F238E27FC236}">
                <a16:creationId xmlns:a16="http://schemas.microsoft.com/office/drawing/2014/main" id="{E5A82C71-80CC-44C7-B585-86DFD224C918}"/>
              </a:ext>
            </a:extLst>
          </p:cNvPr>
          <p:cNvSpPr>
            <a:spLocks xmlns:a="http://schemas.openxmlformats.org/drawingml/2006/main" noGrp="1"/>
          </p:cNvSpPr>
          <p:nvPr/>
        </p:nvSpPr>
        <p:spPr>
          <a:xfrm xmlns:a="http://schemas.openxmlformats.org/drawingml/2006/main">
            <a:off x="381000" y="876300"/>
            <a:ext cx="1143000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5" name="">
            <a:extLst xmlns:a="http://schemas.openxmlformats.org/drawingml/2006/main">
              <a:ext uri="{FF2B5EF4-FFF2-40B4-BE49-F238E27FC236}">
                <a16:creationId xmlns:a16="http://schemas.microsoft.com/office/drawing/2014/main" id="{458B3D63-EF47-4D68-BD26-34AF09B6E3A6}"/>
              </a:ext>
            </a:extLst>
          </p:cNvPr>
          <p:cNvSpPr>
            <a:spLocks xmlns:a="http://schemas.openxmlformats.org/drawingml/2006/main" noGrp="1"/>
          </p:cNvSpPr>
          <p:nvPr/>
        </p:nvSpPr>
        <p:spPr>
          <a:xfrm xmlns:a="http://schemas.openxmlformats.org/drawingml/2006/main">
            <a:off x="419100" y="118110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0BBCBE87-A52C-4ED4-B021-1FFD2F4EAE0F}"/>
              </a:ext>
            </a:extLst>
          </p:cNvPr>
          <p:cNvSpPr>
            <a:spLocks xmlns:a="http://schemas.openxmlformats.org/drawingml/2006/main" noGrp="1"/>
          </p:cNvSpPr>
          <p:nvPr/>
        </p:nvSpPr>
        <p:spPr>
          <a:xfrm xmlns:a="http://schemas.openxmlformats.org/drawingml/2006/main">
            <a:off x="819150" y="1143000"/>
            <a:ext cx="2819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Open Complaints and select New Complaint.</a:t>
            </a:r>
          </a:p>
        </p:txBody>
      </p:sp>
      <p:sp>
        <p:nvSpPr>
          <p:cNvPr id="7" name="">
            <a:extLst xmlns:a="http://schemas.openxmlformats.org/drawingml/2006/main">
              <a:ext uri="{FF2B5EF4-FFF2-40B4-BE49-F238E27FC236}">
                <a16:creationId xmlns:a16="http://schemas.microsoft.com/office/drawing/2014/main" id="{980484CB-B455-4A6D-88A2-BEB01182E065}"/>
              </a:ext>
            </a:extLst>
          </p:cNvPr>
          <p:cNvSpPr>
            <a:spLocks xmlns:a="http://schemas.openxmlformats.org/drawingml/2006/main" noGrp="1"/>
          </p:cNvSpPr>
          <p:nvPr/>
        </p:nvSpPr>
        <p:spPr>
          <a:xfrm xmlns:a="http://schemas.openxmlformats.org/drawingml/2006/main">
            <a:off x="419100" y="203835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8" name="">
            <a:extLst xmlns:a="http://schemas.openxmlformats.org/drawingml/2006/main">
              <a:ext uri="{FF2B5EF4-FFF2-40B4-BE49-F238E27FC236}">
                <a16:creationId xmlns:a16="http://schemas.microsoft.com/office/drawing/2014/main" id="{B6E5E8C4-F526-462A-96D2-2123CA77C76F}"/>
              </a:ext>
            </a:extLst>
          </p:cNvPr>
          <p:cNvSpPr>
            <a:spLocks xmlns:a="http://schemas.openxmlformats.org/drawingml/2006/main" noGrp="1"/>
          </p:cNvSpPr>
          <p:nvPr/>
        </p:nvSpPr>
        <p:spPr>
          <a:xfrm xmlns:a="http://schemas.openxmlformats.org/drawingml/2006/main">
            <a:off x="819150" y="2000250"/>
            <a:ext cx="2819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Enter a clear title and description.</a:t>
            </a:r>
          </a:p>
        </p:txBody>
      </p:sp>
      <p:sp>
        <p:nvSpPr>
          <p:cNvPr id="9" name="">
            <a:extLst xmlns:a="http://schemas.openxmlformats.org/drawingml/2006/main">
              <a:ext uri="{FF2B5EF4-FFF2-40B4-BE49-F238E27FC236}">
                <a16:creationId xmlns:a16="http://schemas.microsoft.com/office/drawing/2014/main" id="{CA3F8F3D-D40B-41A6-BE17-431B42AF2DB2}"/>
              </a:ext>
            </a:extLst>
          </p:cNvPr>
          <p:cNvSpPr>
            <a:spLocks xmlns:a="http://schemas.openxmlformats.org/drawingml/2006/main" noGrp="1"/>
          </p:cNvSpPr>
          <p:nvPr/>
        </p:nvSpPr>
        <p:spPr>
          <a:xfrm xmlns:a="http://schemas.openxmlformats.org/drawingml/2006/main">
            <a:off x="419100" y="289560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10" name="">
            <a:extLst xmlns:a="http://schemas.openxmlformats.org/drawingml/2006/main">
              <a:ext uri="{FF2B5EF4-FFF2-40B4-BE49-F238E27FC236}">
                <a16:creationId xmlns:a16="http://schemas.microsoft.com/office/drawing/2014/main" id="{00FCE264-2409-4A66-A7EE-4F961106FBC0}"/>
              </a:ext>
            </a:extLst>
          </p:cNvPr>
          <p:cNvSpPr>
            <a:spLocks xmlns:a="http://schemas.openxmlformats.org/drawingml/2006/main" noGrp="1"/>
          </p:cNvSpPr>
          <p:nvPr/>
        </p:nvSpPr>
        <p:spPr>
          <a:xfrm xmlns:a="http://schemas.openxmlformats.org/drawingml/2006/main">
            <a:off x="819150" y="2857500"/>
            <a:ext cx="2819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Provide road and avenue; add a landmark when useful.</a:t>
            </a:r>
          </a:p>
        </p:txBody>
      </p:sp>
      <p:sp>
        <p:nvSpPr>
          <p:cNvPr id="11" name="">
            <a:extLst xmlns:a="http://schemas.openxmlformats.org/drawingml/2006/main">
              <a:ext uri="{FF2B5EF4-FFF2-40B4-BE49-F238E27FC236}">
                <a16:creationId xmlns:a16="http://schemas.microsoft.com/office/drawing/2014/main" id="{C08F36DB-25E6-4082-93A1-59AAC8E775D5}"/>
              </a:ext>
            </a:extLst>
          </p:cNvPr>
          <p:cNvSpPr>
            <a:spLocks xmlns:a="http://schemas.openxmlformats.org/drawingml/2006/main" noGrp="1"/>
          </p:cNvSpPr>
          <p:nvPr/>
        </p:nvSpPr>
        <p:spPr>
          <a:xfrm xmlns:a="http://schemas.openxmlformats.org/drawingml/2006/main">
            <a:off x="419100" y="375285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12" name="">
            <a:extLst xmlns:a="http://schemas.openxmlformats.org/drawingml/2006/main">
              <a:ext uri="{FF2B5EF4-FFF2-40B4-BE49-F238E27FC236}">
                <a16:creationId xmlns:a16="http://schemas.microsoft.com/office/drawing/2014/main" id="{21D0138B-DA87-4B93-BB46-C4C1EA167721}"/>
              </a:ext>
            </a:extLst>
          </p:cNvPr>
          <p:cNvSpPr>
            <a:spLocks xmlns:a="http://schemas.openxmlformats.org/drawingml/2006/main" noGrp="1"/>
          </p:cNvSpPr>
          <p:nvPr/>
        </p:nvSpPr>
        <p:spPr>
          <a:xfrm xmlns:a="http://schemas.openxmlformats.org/drawingml/2006/main">
            <a:off x="819150" y="3714750"/>
            <a:ext cx="2819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Attach photo evidence from the camera or gallery.</a:t>
            </a:r>
          </a:p>
        </p:txBody>
      </p:sp>
      <p:sp>
        <p:nvSpPr>
          <p:cNvPr id="13" name="">
            <a:extLst xmlns:a="http://schemas.openxmlformats.org/drawingml/2006/main">
              <a:ext uri="{FF2B5EF4-FFF2-40B4-BE49-F238E27FC236}">
                <a16:creationId xmlns:a16="http://schemas.microsoft.com/office/drawing/2014/main" id="{5F6B4D5B-16F2-4834-8C3B-41A362D93F60}"/>
              </a:ext>
            </a:extLst>
          </p:cNvPr>
          <p:cNvSpPr>
            <a:spLocks xmlns:a="http://schemas.openxmlformats.org/drawingml/2006/main" noGrp="1"/>
          </p:cNvSpPr>
          <p:nvPr/>
        </p:nvSpPr>
        <p:spPr>
          <a:xfrm xmlns:a="http://schemas.openxmlformats.org/drawingml/2006/main">
            <a:off x="419100" y="461010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5</a:t>
            </a:r>
          </a:p>
        </p:txBody>
      </p:sp>
      <p:sp>
        <p:nvSpPr>
          <p:cNvPr id="14" name="">
            <a:extLst xmlns:a="http://schemas.openxmlformats.org/drawingml/2006/main">
              <a:ext uri="{FF2B5EF4-FFF2-40B4-BE49-F238E27FC236}">
                <a16:creationId xmlns:a16="http://schemas.microsoft.com/office/drawing/2014/main" id="{DFEAD81F-4917-4A86-BCE5-18CD3B663656}"/>
              </a:ext>
            </a:extLst>
          </p:cNvPr>
          <p:cNvSpPr>
            <a:spLocks xmlns:a="http://schemas.openxmlformats.org/drawingml/2006/main" noGrp="1"/>
          </p:cNvSpPr>
          <p:nvPr/>
        </p:nvSpPr>
        <p:spPr>
          <a:xfrm xmlns:a="http://schemas.openxmlformats.org/drawingml/2006/main">
            <a:off x="819150" y="4572000"/>
            <a:ext cx="2819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Review the entries and tap Submit Complaint.</a:t>
            </a:r>
          </a:p>
        </p:txBody>
      </p:sp>
      <p:sp>
        <p:nvSpPr>
          <p:cNvPr id="15" name="">
            <a:extLst xmlns:a="http://schemas.openxmlformats.org/drawingml/2006/main">
              <a:ext uri="{FF2B5EF4-FFF2-40B4-BE49-F238E27FC236}">
                <a16:creationId xmlns:a16="http://schemas.microsoft.com/office/drawing/2014/main" id="{3827C5B9-44F1-449E-B812-44A0DD262A37}"/>
              </a:ext>
            </a:extLst>
          </p:cNvPr>
          <p:cNvSpPr>
            <a:spLocks xmlns:a="http://schemas.openxmlformats.org/drawingml/2006/main" noGrp="1"/>
          </p:cNvSpPr>
          <p:nvPr/>
        </p:nvSpPr>
        <p:spPr>
          <a:xfrm xmlns:a="http://schemas.openxmlformats.org/drawingml/2006/main">
            <a:off x="3981450" y="1028700"/>
            <a:ext cx="2305050" cy="4819650"/>
          </a:xfrm>
          <a:prstGeom xmlns:a="http://schemas.openxmlformats.org/drawingml/2006/main" prst="roundRect">
            <a:avLst>
              <a:gd name="adj" fmla="val 10331"/>
            </a:avLst>
          </a:prstGeom>
          <a:solidFill xmlns:a="http://schemas.openxmlformats.org/drawingml/2006/main">
            <a:srgbClr val="102A38"/>
          </a:solidFill>
          <a:ln xmlns:a="http://schemas.openxmlformats.org/drawingml/2006/main" w="9525">
            <a:solidFill>
              <a:srgbClr val="102A38"/>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9ce0e1439ab445e0"/>
          <a:srcRect xmlns:a="http://schemas.openxmlformats.org/drawingml/2006/main" l="16" t="0" r="16" b="0"/>
          <a:stretch xmlns:a="http://schemas.openxmlformats.org/drawingml/2006/main">
            <a:fillRect l="0" t="0" r="0" b="0"/>
          </a:stretch>
        </p:blipFill>
        <p:spPr>
          <a:xfrm xmlns:a="http://schemas.openxmlformats.org/drawingml/2006/main">
            <a:off x="4057650" y="1104900"/>
            <a:ext cx="2152650" cy="4667250"/>
          </a:xfrm>
          <a:prstGeom xmlns:a="http://schemas.openxmlformats.org/drawingml/2006/main" prst="roundRect">
            <a:avLst>
              <a:gd name="adj" fmla="val 7965"/>
            </a:avLst>
          </a:prstGeom>
        </p:spPr>
      </p:pic>
      <p:sp>
        <p:nvSpPr>
          <p:cNvPr id="17" name="">
            <a:extLst xmlns:a="http://schemas.openxmlformats.org/drawingml/2006/main">
              <a:ext uri="{FF2B5EF4-FFF2-40B4-BE49-F238E27FC236}">
                <a16:creationId xmlns:a16="http://schemas.microsoft.com/office/drawing/2014/main" id="{861F055C-AD2A-48F8-BE4B-079E2D534048}"/>
              </a:ext>
            </a:extLst>
          </p:cNvPr>
          <p:cNvSpPr>
            <a:spLocks xmlns:a="http://schemas.openxmlformats.org/drawingml/2006/main" noGrp="1"/>
          </p:cNvSpPr>
          <p:nvPr/>
        </p:nvSpPr>
        <p:spPr>
          <a:xfrm xmlns:a="http://schemas.openxmlformats.org/drawingml/2006/main">
            <a:off x="3943350" y="59055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975" b="1">
                <a:solidFill>
                  <a:srgbClr val="607284"/>
                </a:solidFill>
                <a:latin typeface="Arial"/>
                <a:ea typeface="Arial"/>
                <a:cs typeface="Arial"/>
              </a:defRPr>
            </a:pPr>
            <a:r>
              <a:rPr sz="975" b="1">
                <a:solidFill>
                  <a:srgbClr val="607284"/>
                </a:solidFill>
                <a:latin typeface="Arial"/>
                <a:ea typeface="Arial"/>
                <a:cs typeface="Arial"/>
              </a:rPr>
              <a:t>Issue details</a:t>
            </a:r>
          </a:p>
        </p:txBody>
      </p:sp>
      <p:sp>
        <p:nvSpPr>
          <p:cNvPr id="18" name="">
            <a:extLst xmlns:a="http://schemas.openxmlformats.org/drawingml/2006/main">
              <a:ext uri="{FF2B5EF4-FFF2-40B4-BE49-F238E27FC236}">
                <a16:creationId xmlns:a16="http://schemas.microsoft.com/office/drawing/2014/main" id="{01BDECE1-6AD1-44CF-9662-985841D51FF6}"/>
              </a:ext>
            </a:extLst>
          </p:cNvPr>
          <p:cNvSpPr>
            <a:spLocks xmlns:a="http://schemas.openxmlformats.org/drawingml/2006/main" noGrp="1"/>
          </p:cNvSpPr>
          <p:nvPr/>
        </p:nvSpPr>
        <p:spPr>
          <a:xfrm xmlns:a="http://schemas.openxmlformats.org/drawingml/2006/main">
            <a:off x="6896100" y="1028700"/>
            <a:ext cx="2305050" cy="4819650"/>
          </a:xfrm>
          <a:prstGeom xmlns:a="http://schemas.openxmlformats.org/drawingml/2006/main" prst="roundRect">
            <a:avLst>
              <a:gd name="adj" fmla="val 10331"/>
            </a:avLst>
          </a:prstGeom>
          <a:solidFill xmlns:a="http://schemas.openxmlformats.org/drawingml/2006/main">
            <a:srgbClr val="102A38"/>
          </a:solidFill>
          <a:ln xmlns:a="http://schemas.openxmlformats.org/drawingml/2006/main" w="9525">
            <a:solidFill>
              <a:srgbClr val="102A38"/>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7a35ff37e9534e0e"/>
          <a:srcRect xmlns:a="http://schemas.openxmlformats.org/drawingml/2006/main" l="16" t="0" r="16" b="0"/>
          <a:stretch xmlns:a="http://schemas.openxmlformats.org/drawingml/2006/main">
            <a:fillRect l="0" t="0" r="0" b="0"/>
          </a:stretch>
        </p:blipFill>
        <p:spPr>
          <a:xfrm xmlns:a="http://schemas.openxmlformats.org/drawingml/2006/main">
            <a:off x="6972300" y="1104900"/>
            <a:ext cx="2152650" cy="4667250"/>
          </a:xfrm>
          <a:prstGeom xmlns:a="http://schemas.openxmlformats.org/drawingml/2006/main" prst="roundRect">
            <a:avLst>
              <a:gd name="adj" fmla="val 7965"/>
            </a:avLst>
          </a:prstGeom>
        </p:spPr>
      </p:pic>
      <p:sp>
        <p:nvSpPr>
          <p:cNvPr id="20" name="">
            <a:extLst xmlns:a="http://schemas.openxmlformats.org/drawingml/2006/main">
              <a:ext uri="{FF2B5EF4-FFF2-40B4-BE49-F238E27FC236}">
                <a16:creationId xmlns:a16="http://schemas.microsoft.com/office/drawing/2014/main" id="{65C8FC88-66B8-4BAC-87AB-C664F2833DCA}"/>
              </a:ext>
            </a:extLst>
          </p:cNvPr>
          <p:cNvSpPr>
            <a:spLocks xmlns:a="http://schemas.openxmlformats.org/drawingml/2006/main" noGrp="1"/>
          </p:cNvSpPr>
          <p:nvPr/>
        </p:nvSpPr>
        <p:spPr>
          <a:xfrm xmlns:a="http://schemas.openxmlformats.org/drawingml/2006/main">
            <a:off x="6858000" y="59055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975" b="1">
                <a:solidFill>
                  <a:srgbClr val="607284"/>
                </a:solidFill>
                <a:latin typeface="Arial"/>
                <a:ea typeface="Arial"/>
                <a:cs typeface="Arial"/>
              </a:defRPr>
            </a:pPr>
            <a:r>
              <a:rPr sz="975" b="1">
                <a:solidFill>
                  <a:srgbClr val="607284"/>
                </a:solidFill>
                <a:latin typeface="Arial"/>
                <a:ea typeface="Arial"/>
                <a:cs typeface="Arial"/>
              </a:rPr>
              <a:t>Evidence and submission</a:t>
            </a:r>
          </a:p>
        </p:txBody>
      </p:sp>
      <p:sp>
        <p:nvSpPr>
          <p:cNvPr id="21" name="">
            <a:extLst xmlns:a="http://schemas.openxmlformats.org/drawingml/2006/main">
              <a:ext uri="{FF2B5EF4-FFF2-40B4-BE49-F238E27FC236}">
                <a16:creationId xmlns:a16="http://schemas.microsoft.com/office/drawing/2014/main" id="{4E4AA0BE-E0F9-4F9E-8B32-1BEE189A9638}"/>
              </a:ext>
            </a:extLst>
          </p:cNvPr>
          <p:cNvSpPr>
            <a:spLocks xmlns:a="http://schemas.openxmlformats.org/drawingml/2006/main" noGrp="1"/>
          </p:cNvSpPr>
          <p:nvPr/>
        </p:nvSpPr>
        <p:spPr>
          <a:xfrm xmlns:a="http://schemas.openxmlformats.org/drawingml/2006/main">
            <a:off x="4133850" y="1762125"/>
            <a:ext cx="2000250" cy="1257300"/>
          </a:xfrm>
          <a:prstGeom xmlns:a="http://schemas.openxmlformats.org/drawingml/2006/main" prst="roundRect">
            <a:avLst>
              <a:gd name="adj" fmla="val 6061"/>
            </a:avLst>
          </a:prstGeom>
          <a:noFill xmlns:a="http://schemas.openxmlformats.org/drawingml/2006/main"/>
          <a:ln xmlns:a="http://schemas.openxmlformats.org/drawingml/2006/main" w="28575">
            <a:solidFill>
              <a:srgbClr val="176B74"/>
            </a:solidFill>
            <a:prstDash val="solid"/>
          </a:ln>
        </p:spPr>
      </p:sp>
      <p:sp>
        <p:nvSpPr>
          <p:cNvPr id="22" name="">
            <a:extLst xmlns:a="http://schemas.openxmlformats.org/drawingml/2006/main">
              <a:ext uri="{FF2B5EF4-FFF2-40B4-BE49-F238E27FC236}">
                <a16:creationId xmlns:a16="http://schemas.microsoft.com/office/drawing/2014/main" id="{E569C855-93CA-4815-B1ED-C47949C37D89}"/>
              </a:ext>
            </a:extLst>
          </p:cNvPr>
          <p:cNvSpPr>
            <a:spLocks xmlns:a="http://schemas.openxmlformats.org/drawingml/2006/main" noGrp="1"/>
          </p:cNvSpPr>
          <p:nvPr/>
        </p:nvSpPr>
        <p:spPr>
          <a:xfrm xmlns:a="http://schemas.openxmlformats.org/drawingml/2006/main">
            <a:off x="5943600" y="1962150"/>
            <a:ext cx="285750" cy="285750"/>
          </a:xfrm>
          <a:prstGeom xmlns:a="http://schemas.openxmlformats.org/drawingml/2006/main" prst="ellipse">
            <a:avLst/>
          </a:prstGeom>
          <a:solidFill xmlns:a="http://schemas.openxmlformats.org/drawingml/2006/main">
            <a:srgbClr val="176B74"/>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23" name="">
            <a:extLst xmlns:a="http://schemas.openxmlformats.org/drawingml/2006/main">
              <a:ext uri="{FF2B5EF4-FFF2-40B4-BE49-F238E27FC236}">
                <a16:creationId xmlns:a16="http://schemas.microsoft.com/office/drawing/2014/main" id="{ECC35F35-2A6B-4BDE-9768-58765845B2E2}"/>
              </a:ext>
            </a:extLst>
          </p:cNvPr>
          <p:cNvSpPr>
            <a:spLocks xmlns:a="http://schemas.openxmlformats.org/drawingml/2006/main" noGrp="1"/>
          </p:cNvSpPr>
          <p:nvPr/>
        </p:nvSpPr>
        <p:spPr>
          <a:xfrm xmlns:a="http://schemas.openxmlformats.org/drawingml/2006/main">
            <a:off x="4133850" y="3143250"/>
            <a:ext cx="2000250" cy="1619250"/>
          </a:xfrm>
          <a:prstGeom xmlns:a="http://schemas.openxmlformats.org/drawingml/2006/main" prst="roundRect">
            <a:avLst>
              <a:gd name="adj" fmla="val 4706"/>
            </a:avLst>
          </a:prstGeom>
          <a:noFill xmlns:a="http://schemas.openxmlformats.org/drawingml/2006/main"/>
          <a:ln xmlns:a="http://schemas.openxmlformats.org/drawingml/2006/main" w="28575">
            <a:solidFill>
              <a:srgbClr val="176B74"/>
            </a:solidFill>
            <a:prstDash val="solid"/>
          </a:ln>
        </p:spPr>
      </p:sp>
      <p:sp>
        <p:nvSpPr>
          <p:cNvPr id="24" name="">
            <a:extLst xmlns:a="http://schemas.openxmlformats.org/drawingml/2006/main">
              <a:ext uri="{FF2B5EF4-FFF2-40B4-BE49-F238E27FC236}">
                <a16:creationId xmlns:a16="http://schemas.microsoft.com/office/drawing/2014/main" id="{AC2FCE25-EC2B-440C-B072-EDA153AF9C1E}"/>
              </a:ext>
            </a:extLst>
          </p:cNvPr>
          <p:cNvSpPr>
            <a:spLocks xmlns:a="http://schemas.openxmlformats.org/drawingml/2006/main" noGrp="1"/>
          </p:cNvSpPr>
          <p:nvPr/>
        </p:nvSpPr>
        <p:spPr>
          <a:xfrm xmlns:a="http://schemas.openxmlformats.org/drawingml/2006/main">
            <a:off x="5943600" y="3352800"/>
            <a:ext cx="285750" cy="285750"/>
          </a:xfrm>
          <a:prstGeom xmlns:a="http://schemas.openxmlformats.org/drawingml/2006/main" prst="ellipse">
            <a:avLst/>
          </a:prstGeom>
          <a:solidFill xmlns:a="http://schemas.openxmlformats.org/drawingml/2006/main">
            <a:srgbClr val="176B74"/>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25" name="">
            <a:extLst xmlns:a="http://schemas.openxmlformats.org/drawingml/2006/main">
              <a:ext uri="{FF2B5EF4-FFF2-40B4-BE49-F238E27FC236}">
                <a16:creationId xmlns:a16="http://schemas.microsoft.com/office/drawing/2014/main" id="{68D013AD-4B47-49D5-944E-B40450DF1579}"/>
              </a:ext>
            </a:extLst>
          </p:cNvPr>
          <p:cNvSpPr>
            <a:spLocks xmlns:a="http://schemas.openxmlformats.org/drawingml/2006/main" noGrp="1"/>
          </p:cNvSpPr>
          <p:nvPr/>
        </p:nvSpPr>
        <p:spPr>
          <a:xfrm xmlns:a="http://schemas.openxmlformats.org/drawingml/2006/main">
            <a:off x="7048500" y="2667000"/>
            <a:ext cx="2000250" cy="952500"/>
          </a:xfrm>
          <a:prstGeom xmlns:a="http://schemas.openxmlformats.org/drawingml/2006/main" prst="roundRect">
            <a:avLst>
              <a:gd name="adj" fmla="val 8000"/>
            </a:avLst>
          </a:prstGeom>
          <a:noFill xmlns:a="http://schemas.openxmlformats.org/drawingml/2006/main"/>
          <a:ln xmlns:a="http://schemas.openxmlformats.org/drawingml/2006/main" w="28575">
            <a:solidFill>
              <a:srgbClr val="176B74"/>
            </a:solidFill>
            <a:prstDash val="solid"/>
          </a:ln>
        </p:spPr>
      </p:sp>
      <p:sp>
        <p:nvSpPr>
          <p:cNvPr id="26" name="">
            <a:extLst xmlns:a="http://schemas.openxmlformats.org/drawingml/2006/main">
              <a:ext uri="{FF2B5EF4-FFF2-40B4-BE49-F238E27FC236}">
                <a16:creationId xmlns:a16="http://schemas.microsoft.com/office/drawing/2014/main" id="{F92EB478-F6BD-4DBE-A7C9-D6ACED4B5E3B}"/>
              </a:ext>
            </a:extLst>
          </p:cNvPr>
          <p:cNvSpPr>
            <a:spLocks xmlns:a="http://schemas.openxmlformats.org/drawingml/2006/main" noGrp="1"/>
          </p:cNvSpPr>
          <p:nvPr/>
        </p:nvSpPr>
        <p:spPr>
          <a:xfrm xmlns:a="http://schemas.openxmlformats.org/drawingml/2006/main">
            <a:off x="8858250" y="2952750"/>
            <a:ext cx="285750" cy="285750"/>
          </a:xfrm>
          <a:prstGeom xmlns:a="http://schemas.openxmlformats.org/drawingml/2006/main" prst="ellipse">
            <a:avLst/>
          </a:prstGeom>
          <a:solidFill xmlns:a="http://schemas.openxmlformats.org/drawingml/2006/main">
            <a:srgbClr val="176B74"/>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27" name="">
            <a:extLst xmlns:a="http://schemas.openxmlformats.org/drawingml/2006/main">
              <a:ext uri="{FF2B5EF4-FFF2-40B4-BE49-F238E27FC236}">
                <a16:creationId xmlns:a16="http://schemas.microsoft.com/office/drawing/2014/main" id="{6BB67A3A-CE04-4278-85E2-25278CEF82AA}"/>
              </a:ext>
            </a:extLst>
          </p:cNvPr>
          <p:cNvSpPr>
            <a:spLocks xmlns:a="http://schemas.openxmlformats.org/drawingml/2006/main" noGrp="1"/>
          </p:cNvSpPr>
          <p:nvPr/>
        </p:nvSpPr>
        <p:spPr>
          <a:xfrm xmlns:a="http://schemas.openxmlformats.org/drawingml/2006/main">
            <a:off x="7048500" y="4791075"/>
            <a:ext cx="2000250" cy="523875"/>
          </a:xfrm>
          <a:prstGeom xmlns:a="http://schemas.openxmlformats.org/drawingml/2006/main" prst="roundRect">
            <a:avLst>
              <a:gd name="adj" fmla="val 14545"/>
            </a:avLst>
          </a:prstGeom>
          <a:noFill xmlns:a="http://schemas.openxmlformats.org/drawingml/2006/main"/>
          <a:ln xmlns:a="http://schemas.openxmlformats.org/drawingml/2006/main" w="28575">
            <a:solidFill>
              <a:srgbClr val="176B74"/>
            </a:solidFill>
            <a:prstDash val="solid"/>
          </a:ln>
        </p:spPr>
      </p:sp>
      <p:sp>
        <p:nvSpPr>
          <p:cNvPr id="28" name="">
            <a:extLst xmlns:a="http://schemas.openxmlformats.org/drawingml/2006/main">
              <a:ext uri="{FF2B5EF4-FFF2-40B4-BE49-F238E27FC236}">
                <a16:creationId xmlns:a16="http://schemas.microsoft.com/office/drawing/2014/main" id="{B05AA6CA-BE17-4A74-A95D-3966827B300A}"/>
              </a:ext>
            </a:extLst>
          </p:cNvPr>
          <p:cNvSpPr>
            <a:spLocks xmlns:a="http://schemas.openxmlformats.org/drawingml/2006/main" noGrp="1"/>
          </p:cNvSpPr>
          <p:nvPr/>
        </p:nvSpPr>
        <p:spPr>
          <a:xfrm xmlns:a="http://schemas.openxmlformats.org/drawingml/2006/main">
            <a:off x="8858250" y="5048250"/>
            <a:ext cx="285750" cy="285750"/>
          </a:xfrm>
          <a:prstGeom xmlns:a="http://schemas.openxmlformats.org/drawingml/2006/main" prst="ellipse">
            <a:avLst/>
          </a:prstGeom>
          <a:solidFill xmlns:a="http://schemas.openxmlformats.org/drawingml/2006/main">
            <a:srgbClr val="176B74"/>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5</a:t>
            </a:r>
          </a:p>
        </p:txBody>
      </p:sp>
      <p:sp>
        <p:nvSpPr>
          <p:cNvPr id="29" name="">
            <a:extLst xmlns:a="http://schemas.openxmlformats.org/drawingml/2006/main">
              <a:ext uri="{FF2B5EF4-FFF2-40B4-BE49-F238E27FC236}">
                <a16:creationId xmlns:a16="http://schemas.microsoft.com/office/drawing/2014/main" id="{6ABA73B5-F37A-4B5A-8726-59B86149D61F}"/>
              </a:ext>
            </a:extLst>
          </p:cNvPr>
          <p:cNvSpPr>
            <a:spLocks xmlns:a="http://schemas.openxmlformats.org/drawingml/2006/main" noGrp="1"/>
          </p:cNvSpPr>
          <p:nvPr/>
        </p:nvSpPr>
        <p:spPr>
          <a:xfrm xmlns:a="http://schemas.openxmlformats.org/drawingml/2006/main">
            <a:off x="9620250" y="161925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125" b="1">
                <a:solidFill>
                  <a:srgbClr val="9A5A18"/>
                </a:solidFill>
                <a:latin typeface="Arial"/>
                <a:ea typeface="Arial"/>
                <a:cs typeface="Arial"/>
              </a:defRPr>
            </a:pPr>
            <a:r>
              <a:rPr sz="1125" b="1">
                <a:solidFill>
                  <a:srgbClr val="9A5A18"/>
                </a:solidFill>
                <a:latin typeface="Arial"/>
                <a:ea typeface="Arial"/>
                <a:cs typeface="Arial"/>
              </a:rPr>
              <a:t>Automatic after submission</a:t>
            </a:r>
          </a:p>
        </p:txBody>
      </p:sp>
      <p:sp>
        <p:nvSpPr>
          <p:cNvPr id="30" name="">
            <a:extLst xmlns:a="http://schemas.openxmlformats.org/drawingml/2006/main">
              <a:ext uri="{FF2B5EF4-FFF2-40B4-BE49-F238E27FC236}">
                <a16:creationId xmlns:a16="http://schemas.microsoft.com/office/drawing/2014/main" id="{7D400592-5F36-4AB6-A21F-F4AAC5495C6A}"/>
              </a:ext>
            </a:extLst>
          </p:cNvPr>
          <p:cNvSpPr>
            <a:spLocks xmlns:a="http://schemas.openxmlformats.org/drawingml/2006/main" noGrp="1"/>
          </p:cNvSpPr>
          <p:nvPr/>
        </p:nvSpPr>
        <p:spPr>
          <a:xfrm xmlns:a="http://schemas.openxmlformats.org/drawingml/2006/main">
            <a:off x="9620250" y="2000250"/>
            <a:ext cx="2095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173042"/>
                </a:solidFill>
                <a:latin typeface="Arial"/>
                <a:ea typeface="Arial"/>
                <a:cs typeface="Arial"/>
              </a:defRPr>
            </a:pPr>
            <a:r>
              <a:rPr sz="1350" b="0">
                <a:solidFill>
                  <a:srgbClr val="173042"/>
                </a:solidFill>
                <a:latin typeface="Arial"/>
                <a:ea typeface="Arial"/>
                <a:cs typeface="Arial"/>
              </a:rPr>
              <a:t>The system assigns a category, stores the report as Unverified, and starts duplicate screening.</a:t>
            </a:r>
          </a:p>
        </p:txBody>
      </p:sp>
      <p:sp>
        <p:nvSpPr>
          <p:cNvPr id="31" name="">
            <a:extLst xmlns:a="http://schemas.openxmlformats.org/drawingml/2006/main">
              <a:ext uri="{FF2B5EF4-FFF2-40B4-BE49-F238E27FC236}">
                <a16:creationId xmlns:a16="http://schemas.microsoft.com/office/drawing/2014/main" id="{182792A4-40BA-49D9-A22A-6B4878B22B80}"/>
              </a:ext>
            </a:extLst>
          </p:cNvPr>
          <p:cNvSpPr>
            <a:spLocks xmlns:a="http://schemas.openxmlformats.org/drawingml/2006/main" noGrp="1"/>
          </p:cNvSpPr>
          <p:nvPr/>
        </p:nvSpPr>
        <p:spPr>
          <a:xfrm xmlns:a="http://schemas.openxmlformats.org/drawingml/2006/main">
            <a:off x="457200" y="655320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825" b="0">
                <a:solidFill>
                  <a:srgbClr val="607284"/>
                </a:solidFill>
                <a:latin typeface="Arial"/>
                <a:ea typeface="Arial"/>
                <a:cs typeface="Arial"/>
              </a:defRPr>
            </a:pPr>
            <a:r>
              <a:rPr sz="825" b="0">
                <a:solidFill>
                  <a:srgbClr val="607284"/>
                </a:solidFill>
                <a:latin typeface="Arial"/>
                <a:ea typeface="Arial"/>
                <a:cs typeface="Arial"/>
              </a:rPr>
              <a:t>Nogor Shomadhan  •  Final user manual</a:t>
            </a:r>
          </a:p>
        </p:txBody>
      </p:sp>
      <p:sp>
        <p:nvSpPr>
          <p:cNvPr id="32" name="">
            <a:extLst xmlns:a="http://schemas.openxmlformats.org/drawingml/2006/main">
              <a:ext uri="{FF2B5EF4-FFF2-40B4-BE49-F238E27FC236}">
                <a16:creationId xmlns:a16="http://schemas.microsoft.com/office/drawing/2014/main" id="{5183F132-34FE-40A4-B6D3-06CE813081E7}"/>
              </a:ext>
            </a:extLst>
          </p:cNvPr>
          <p:cNvSpPr>
            <a:spLocks xmlns:a="http://schemas.openxmlformats.org/drawingml/2006/main" noGrp="1"/>
          </p:cNvSpPr>
          <p:nvPr/>
        </p:nvSpPr>
        <p:spPr>
          <a:xfrm xmlns:a="http://schemas.openxmlformats.org/drawingml/2006/main">
            <a:off x="11372850" y="65341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900" b="1">
                <a:solidFill>
                  <a:srgbClr val="607284"/>
                </a:solidFill>
                <a:latin typeface="Arial"/>
                <a:ea typeface="Arial"/>
                <a:cs typeface="Arial"/>
              </a:defRPr>
            </a:pPr>
            <a:r>
              <a:rPr sz="900" b="1">
                <a:solidFill>
                  <a:srgbClr val="607284"/>
                </a:solidFill>
                <a:latin typeface="Arial"/>
                <a:ea typeface="Arial"/>
                <a:cs typeface="Arial"/>
              </a:rPr>
              <a:t>4</a:t>
            </a:r>
          </a:p>
        </p:txBody>
      </p:sp>
    </p:spTree>
    <p:extLst>
      <p:ext uri="{BB962C8B-B14F-4D97-AF65-F5344CB8AC3E}">
        <p14:creationId xmlns:p14="http://schemas.microsoft.com/office/powerpoint/2010/main" val="1176984062"/>
      </p:ext>
    </p:extLst>
  </p:cSld>
</p:sld>
</file>

<file path=ppt/slides/slide5.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8F05F967-E5C8-4368-BC1F-E1CCC614A8EF}"/>
              </a:ext>
            </a:extLst>
          </p:cNvPr>
          <p:cNvSpPr>
            <a:spLocks xmlns:a="http://schemas.openxmlformats.org/drawingml/2006/main" noGrp="1"/>
          </p:cNvSpPr>
          <p:nvPr/>
        </p:nvSpPr>
        <p:spPr>
          <a:xfrm xmlns:a="http://schemas.openxmlformats.org/drawingml/2006/main">
            <a:off x="381000" y="266700"/>
            <a:ext cx="476250" cy="438150"/>
          </a:xfrm>
          <a:prstGeom xmlns:a="http://schemas.openxmlformats.org/drawingml/2006/main" prst="roundRect">
            <a:avLst>
              <a:gd name="adj" fmla="val 19565"/>
            </a:avLst>
          </a:prstGeom>
          <a:solidFill xmlns:a="http://schemas.openxmlformats.org/drawingml/2006/main">
            <a:srgbClr val="00475E"/>
          </a:solidFill>
          <a:ln xmlns:a="http://schemas.openxmlformats.org/drawingml/2006/main" w="9525">
            <a:solidFill>
              <a:srgbClr val="00475E"/>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4</a:t>
            </a:r>
          </a:p>
        </p:txBody>
      </p:sp>
      <p:sp>
        <p:nvSpPr>
          <p:cNvPr id="2" name="">
            <a:extLst xmlns:a="http://schemas.openxmlformats.org/drawingml/2006/main">
              <a:ext uri="{FF2B5EF4-FFF2-40B4-BE49-F238E27FC236}">
                <a16:creationId xmlns:a16="http://schemas.microsoft.com/office/drawing/2014/main" id="{FA36F8FA-A4D3-4588-8BB3-F906928F5DFF}"/>
              </a:ext>
            </a:extLst>
          </p:cNvPr>
          <p:cNvSpPr>
            <a:spLocks xmlns:a="http://schemas.openxmlformats.org/drawingml/2006/main" noGrp="1"/>
          </p:cNvSpPr>
          <p:nvPr/>
        </p:nvSpPr>
        <p:spPr>
          <a:xfrm xmlns:a="http://schemas.openxmlformats.org/drawingml/2006/main">
            <a:off x="990600" y="238125"/>
            <a:ext cx="828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325" b="1">
                <a:solidFill>
                  <a:srgbClr val="173042"/>
                </a:solidFill>
                <a:latin typeface="Arial"/>
                <a:ea typeface="Arial"/>
                <a:cs typeface="Arial"/>
              </a:defRPr>
            </a:pPr>
            <a:r>
              <a:rPr sz="2325" b="1">
                <a:solidFill>
                  <a:srgbClr val="173042"/>
                </a:solidFill>
                <a:latin typeface="Arial"/>
                <a:ea typeface="Arial"/>
                <a:cs typeface="Arial"/>
              </a:rPr>
              <a:t>AI categorization and duplicate review</a:t>
            </a:r>
          </a:p>
        </p:txBody>
      </p:sp>
      <p:sp>
        <p:nvSpPr>
          <p:cNvPr id="3" name="">
            <a:extLst xmlns:a="http://schemas.openxmlformats.org/drawingml/2006/main">
              <a:ext uri="{FF2B5EF4-FFF2-40B4-BE49-F238E27FC236}">
                <a16:creationId xmlns:a16="http://schemas.microsoft.com/office/drawing/2014/main" id="{81C41B1B-4001-47CF-8566-053A65E62235}"/>
              </a:ext>
            </a:extLst>
          </p:cNvPr>
          <p:cNvSpPr>
            <a:spLocks xmlns:a="http://schemas.openxmlformats.org/drawingml/2006/main" noGrp="1"/>
          </p:cNvSpPr>
          <p:nvPr/>
        </p:nvSpPr>
        <p:spPr>
          <a:xfrm xmlns:a="http://schemas.openxmlformats.org/drawingml/2006/main">
            <a:off x="9944100" y="285750"/>
            <a:ext cx="1657350" cy="323850"/>
          </a:xfrm>
          <a:prstGeom xmlns:a="http://schemas.openxmlformats.org/drawingml/2006/main" prst="roundRect">
            <a:avLst>
              <a:gd name="adj" fmla="val 50000"/>
            </a:avLst>
          </a:prstGeom>
          <a:solidFill xmlns:a="http://schemas.openxmlformats.org/drawingml/2006/main">
            <a:srgbClr val="FFF0D8"/>
          </a:solidFill>
          <a:ln xmlns:a="http://schemas.openxmlformats.org/drawingml/2006/main" w="9525">
            <a:solidFill>
              <a:srgbClr val="FFF0D8"/>
            </a:solidFill>
            <a:prstDash val="solid"/>
          </a:ln>
        </p:spPr>
        <p:txBody>
          <a:bodyPr xmlns:a="http://schemas.openxmlformats.org/drawingml/2006/main" anchor="ctr">
            <a:noAutofit/>
          </a:bodyPr>
          <a:lstStyle xmlns:a="http://schemas.openxmlformats.org/drawingml/2006/main"/>
          <a:p xmlns:a="http://schemas.openxmlformats.org/drawingml/2006/main">
            <a:pPr algn="ctr">
              <a:defRPr sz="1125" b="1">
                <a:solidFill>
                  <a:srgbClr val="9A5A18"/>
                </a:solidFill>
                <a:latin typeface="Arial"/>
                <a:ea typeface="Arial"/>
                <a:cs typeface="Arial"/>
              </a:defRPr>
            </a:pPr>
            <a:r>
              <a:rPr sz="1125" b="1">
                <a:solidFill>
                  <a:srgbClr val="9A5A18"/>
                </a:solidFill>
                <a:latin typeface="Arial"/>
                <a:ea typeface="Arial"/>
                <a:cs typeface="Arial"/>
              </a:rPr>
              <a:t>System + Admin</a:t>
            </a:r>
          </a:p>
        </p:txBody>
      </p:sp>
      <p:sp>
        <p:nvSpPr>
          <p:cNvPr id="4" name="">
            <a:extLst xmlns:a="http://schemas.openxmlformats.org/drawingml/2006/main">
              <a:ext uri="{FF2B5EF4-FFF2-40B4-BE49-F238E27FC236}">
                <a16:creationId xmlns:a16="http://schemas.microsoft.com/office/drawing/2014/main" id="{46C3C709-B140-4C67-A23C-93682F67896B}"/>
              </a:ext>
            </a:extLst>
          </p:cNvPr>
          <p:cNvSpPr>
            <a:spLocks xmlns:a="http://schemas.openxmlformats.org/drawingml/2006/main" noGrp="1"/>
          </p:cNvSpPr>
          <p:nvPr/>
        </p:nvSpPr>
        <p:spPr>
          <a:xfrm xmlns:a="http://schemas.openxmlformats.org/drawingml/2006/main">
            <a:off x="381000" y="876300"/>
            <a:ext cx="1143000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5" name="">
            <a:extLst xmlns:a="http://schemas.openxmlformats.org/drawingml/2006/main">
              <a:ext uri="{FF2B5EF4-FFF2-40B4-BE49-F238E27FC236}">
                <a16:creationId xmlns:a16="http://schemas.microsoft.com/office/drawing/2014/main" id="{F7ECED1A-20FE-4128-9750-F0D1A2FEF6B8}"/>
              </a:ext>
            </a:extLst>
          </p:cNvPr>
          <p:cNvSpPr>
            <a:spLocks xmlns:a="http://schemas.openxmlformats.org/drawingml/2006/main" noGrp="1"/>
          </p:cNvSpPr>
          <p:nvPr/>
        </p:nvSpPr>
        <p:spPr>
          <a:xfrm xmlns:a="http://schemas.openxmlformats.org/drawingml/2006/main">
            <a:off x="438150" y="1162050"/>
            <a:ext cx="266700" cy="266700"/>
          </a:xfrm>
          <a:prstGeom xmlns:a="http://schemas.openxmlformats.org/drawingml/2006/main" prst="ellipse">
            <a:avLst/>
          </a:prstGeom>
          <a:solidFill xmlns:a="http://schemas.openxmlformats.org/drawingml/2006/main">
            <a:srgbClr val="9A5A18"/>
          </a:solidFill>
          <a:ln xmlns:a="http://schemas.openxmlformats.org/drawingml/2006/main" w="9525">
            <a:solidFill>
              <a:srgbClr val="9A5A18"/>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6C7C2B53-1075-464F-BB5D-B0512CF08C3D}"/>
              </a:ext>
            </a:extLst>
          </p:cNvPr>
          <p:cNvSpPr>
            <a:spLocks xmlns:a="http://schemas.openxmlformats.org/drawingml/2006/main" noGrp="1"/>
          </p:cNvSpPr>
          <p:nvPr/>
        </p:nvSpPr>
        <p:spPr>
          <a:xfrm xmlns:a="http://schemas.openxmlformats.org/drawingml/2006/main">
            <a:off x="838200" y="1123950"/>
            <a:ext cx="3505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AI selects one complaint category from the system list.</a:t>
            </a:r>
          </a:p>
        </p:txBody>
      </p:sp>
      <p:sp>
        <p:nvSpPr>
          <p:cNvPr id="7" name="">
            <a:extLst xmlns:a="http://schemas.openxmlformats.org/drawingml/2006/main">
              <a:ext uri="{FF2B5EF4-FFF2-40B4-BE49-F238E27FC236}">
                <a16:creationId xmlns:a16="http://schemas.microsoft.com/office/drawing/2014/main" id="{0C6114CE-9ACA-49CA-9C2F-C0D5059B71DE}"/>
              </a:ext>
            </a:extLst>
          </p:cNvPr>
          <p:cNvSpPr>
            <a:spLocks xmlns:a="http://schemas.openxmlformats.org/drawingml/2006/main" noGrp="1"/>
          </p:cNvSpPr>
          <p:nvPr/>
        </p:nvSpPr>
        <p:spPr>
          <a:xfrm xmlns:a="http://schemas.openxmlformats.org/drawingml/2006/main">
            <a:off x="438150" y="2057400"/>
            <a:ext cx="266700" cy="266700"/>
          </a:xfrm>
          <a:prstGeom xmlns:a="http://schemas.openxmlformats.org/drawingml/2006/main" prst="ellipse">
            <a:avLst/>
          </a:prstGeom>
          <a:solidFill xmlns:a="http://schemas.openxmlformats.org/drawingml/2006/main">
            <a:srgbClr val="9A5A18"/>
          </a:solidFill>
          <a:ln xmlns:a="http://schemas.openxmlformats.org/drawingml/2006/main" w="9525">
            <a:solidFill>
              <a:srgbClr val="9A5A18"/>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8" name="">
            <a:extLst xmlns:a="http://schemas.openxmlformats.org/drawingml/2006/main">
              <a:ext uri="{FF2B5EF4-FFF2-40B4-BE49-F238E27FC236}">
                <a16:creationId xmlns:a16="http://schemas.microsoft.com/office/drawing/2014/main" id="{3CBD6463-F9B8-46F8-9986-FC05AC277CE7}"/>
              </a:ext>
            </a:extLst>
          </p:cNvPr>
          <p:cNvSpPr>
            <a:spLocks xmlns:a="http://schemas.openxmlformats.org/drawingml/2006/main" noGrp="1"/>
          </p:cNvSpPr>
          <p:nvPr/>
        </p:nvSpPr>
        <p:spPr>
          <a:xfrm xmlns:a="http://schemas.openxmlformats.org/drawingml/2006/main">
            <a:off x="838200" y="2019300"/>
            <a:ext cx="3505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It compares recent reports in the same category.</a:t>
            </a:r>
          </a:p>
        </p:txBody>
      </p:sp>
      <p:sp>
        <p:nvSpPr>
          <p:cNvPr id="9" name="">
            <a:extLst xmlns:a="http://schemas.openxmlformats.org/drawingml/2006/main">
              <a:ext uri="{FF2B5EF4-FFF2-40B4-BE49-F238E27FC236}">
                <a16:creationId xmlns:a16="http://schemas.microsoft.com/office/drawing/2014/main" id="{58890338-41E4-40E5-ACAD-0CC367DED219}"/>
              </a:ext>
            </a:extLst>
          </p:cNvPr>
          <p:cNvSpPr>
            <a:spLocks xmlns:a="http://schemas.openxmlformats.org/drawingml/2006/main" noGrp="1"/>
          </p:cNvSpPr>
          <p:nvPr/>
        </p:nvSpPr>
        <p:spPr>
          <a:xfrm xmlns:a="http://schemas.openxmlformats.org/drawingml/2006/main">
            <a:off x="438150" y="2952750"/>
            <a:ext cx="266700" cy="266700"/>
          </a:xfrm>
          <a:prstGeom xmlns:a="http://schemas.openxmlformats.org/drawingml/2006/main" prst="ellipse">
            <a:avLst/>
          </a:prstGeom>
          <a:solidFill xmlns:a="http://schemas.openxmlformats.org/drawingml/2006/main">
            <a:srgbClr val="9A5A18"/>
          </a:solidFill>
          <a:ln xmlns:a="http://schemas.openxmlformats.org/drawingml/2006/main" w="9525">
            <a:solidFill>
              <a:srgbClr val="9A5A18"/>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10" name="">
            <a:extLst xmlns:a="http://schemas.openxmlformats.org/drawingml/2006/main">
              <a:ext uri="{FF2B5EF4-FFF2-40B4-BE49-F238E27FC236}">
                <a16:creationId xmlns:a16="http://schemas.microsoft.com/office/drawing/2014/main" id="{79A2A37C-4867-48AB-AAE7-54434810D573}"/>
              </a:ext>
            </a:extLst>
          </p:cNvPr>
          <p:cNvSpPr>
            <a:spLocks xmlns:a="http://schemas.openxmlformats.org/drawingml/2006/main" noGrp="1"/>
          </p:cNvSpPr>
          <p:nvPr/>
        </p:nvSpPr>
        <p:spPr>
          <a:xfrm xmlns:a="http://schemas.openxmlformats.org/drawingml/2006/main">
            <a:off x="838200" y="2914650"/>
            <a:ext cx="3505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Location and the real-world issue carry more weight than wording.</a:t>
            </a:r>
          </a:p>
        </p:txBody>
      </p:sp>
      <p:sp>
        <p:nvSpPr>
          <p:cNvPr id="11" name="">
            <a:extLst xmlns:a="http://schemas.openxmlformats.org/drawingml/2006/main">
              <a:ext uri="{FF2B5EF4-FFF2-40B4-BE49-F238E27FC236}">
                <a16:creationId xmlns:a16="http://schemas.microsoft.com/office/drawing/2014/main" id="{31115347-9ABD-40BD-810E-11460ADF0704}"/>
              </a:ext>
            </a:extLst>
          </p:cNvPr>
          <p:cNvSpPr>
            <a:spLocks xmlns:a="http://schemas.openxmlformats.org/drawingml/2006/main" noGrp="1"/>
          </p:cNvSpPr>
          <p:nvPr/>
        </p:nvSpPr>
        <p:spPr>
          <a:xfrm xmlns:a="http://schemas.openxmlformats.org/drawingml/2006/main">
            <a:off x="438150" y="3848100"/>
            <a:ext cx="266700" cy="266700"/>
          </a:xfrm>
          <a:prstGeom xmlns:a="http://schemas.openxmlformats.org/drawingml/2006/main" prst="ellipse">
            <a:avLst/>
          </a:prstGeom>
          <a:solidFill xmlns:a="http://schemas.openxmlformats.org/drawingml/2006/main">
            <a:srgbClr val="9A5A18"/>
          </a:solidFill>
          <a:ln xmlns:a="http://schemas.openxmlformats.org/drawingml/2006/main" w="9525">
            <a:solidFill>
              <a:srgbClr val="9A5A18"/>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12" name="">
            <a:extLst xmlns:a="http://schemas.openxmlformats.org/drawingml/2006/main">
              <a:ext uri="{FF2B5EF4-FFF2-40B4-BE49-F238E27FC236}">
                <a16:creationId xmlns:a16="http://schemas.microsoft.com/office/drawing/2014/main" id="{00175B5A-0E51-4BC3-A508-8F5C140F2F84}"/>
              </a:ext>
            </a:extLst>
          </p:cNvPr>
          <p:cNvSpPr>
            <a:spLocks xmlns:a="http://schemas.openxmlformats.org/drawingml/2006/main" noGrp="1"/>
          </p:cNvSpPr>
          <p:nvPr/>
        </p:nvSpPr>
        <p:spPr>
          <a:xfrm xmlns:a="http://schemas.openxmlformats.org/drawingml/2006/main">
            <a:off x="838200" y="3810000"/>
            <a:ext cx="3505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A score of 80% or higher creates an admin warning.</a:t>
            </a:r>
          </a:p>
        </p:txBody>
      </p:sp>
      <p:sp>
        <p:nvSpPr>
          <p:cNvPr id="13" name="">
            <a:extLst xmlns:a="http://schemas.openxmlformats.org/drawingml/2006/main">
              <a:ext uri="{FF2B5EF4-FFF2-40B4-BE49-F238E27FC236}">
                <a16:creationId xmlns:a16="http://schemas.microsoft.com/office/drawing/2014/main" id="{B58E4090-8F89-46A1-BE3B-9D831C041E05}"/>
              </a:ext>
            </a:extLst>
          </p:cNvPr>
          <p:cNvSpPr>
            <a:spLocks xmlns:a="http://schemas.openxmlformats.org/drawingml/2006/main" noGrp="1"/>
          </p:cNvSpPr>
          <p:nvPr/>
        </p:nvSpPr>
        <p:spPr>
          <a:xfrm xmlns:a="http://schemas.openxmlformats.org/drawingml/2006/main">
            <a:off x="438150" y="4743450"/>
            <a:ext cx="266700" cy="266700"/>
          </a:xfrm>
          <a:prstGeom xmlns:a="http://schemas.openxmlformats.org/drawingml/2006/main" prst="ellipse">
            <a:avLst/>
          </a:prstGeom>
          <a:solidFill xmlns:a="http://schemas.openxmlformats.org/drawingml/2006/main">
            <a:srgbClr val="9A5A18"/>
          </a:solidFill>
          <a:ln xmlns:a="http://schemas.openxmlformats.org/drawingml/2006/main" w="9525">
            <a:solidFill>
              <a:srgbClr val="9A5A18"/>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5</a:t>
            </a:r>
          </a:p>
        </p:txBody>
      </p:sp>
      <p:sp>
        <p:nvSpPr>
          <p:cNvPr id="14" name="">
            <a:extLst xmlns:a="http://schemas.openxmlformats.org/drawingml/2006/main">
              <a:ext uri="{FF2B5EF4-FFF2-40B4-BE49-F238E27FC236}">
                <a16:creationId xmlns:a16="http://schemas.microsoft.com/office/drawing/2014/main" id="{913C4E98-5F0A-4DE0-8B79-A02B2A4F54C6}"/>
              </a:ext>
            </a:extLst>
          </p:cNvPr>
          <p:cNvSpPr>
            <a:spLocks xmlns:a="http://schemas.openxmlformats.org/drawingml/2006/main" noGrp="1"/>
          </p:cNvSpPr>
          <p:nvPr/>
        </p:nvSpPr>
        <p:spPr>
          <a:xfrm xmlns:a="http://schemas.openxmlformats.org/drawingml/2006/main">
            <a:off x="838200" y="4705350"/>
            <a:ext cx="3505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Admin compares both reports and makes the final decision.</a:t>
            </a:r>
          </a:p>
        </p:txBody>
      </p:sp>
      <p:sp>
        <p:nvSpPr>
          <p:cNvPr id="15" name="">
            <a:extLst xmlns:a="http://schemas.openxmlformats.org/drawingml/2006/main">
              <a:ext uri="{FF2B5EF4-FFF2-40B4-BE49-F238E27FC236}">
                <a16:creationId xmlns:a16="http://schemas.microsoft.com/office/drawing/2014/main" id="{681CB9F9-9A6C-4E44-BAE7-70C8D90A3B1E}"/>
              </a:ext>
            </a:extLst>
          </p:cNvPr>
          <p:cNvSpPr>
            <a:spLocks xmlns:a="http://schemas.openxmlformats.org/drawingml/2006/main" noGrp="1"/>
          </p:cNvSpPr>
          <p:nvPr/>
        </p:nvSpPr>
        <p:spPr>
          <a:xfrm xmlns:a="http://schemas.openxmlformats.org/drawingml/2006/main">
            <a:off x="5257800" y="1028700"/>
            <a:ext cx="2552700" cy="5353050"/>
          </a:xfrm>
          <a:prstGeom xmlns:a="http://schemas.openxmlformats.org/drawingml/2006/main" prst="roundRect">
            <a:avLst>
              <a:gd name="adj" fmla="val 9328"/>
            </a:avLst>
          </a:prstGeom>
          <a:solidFill xmlns:a="http://schemas.openxmlformats.org/drawingml/2006/main">
            <a:srgbClr val="102A38"/>
          </a:solidFill>
          <a:ln xmlns:a="http://schemas.openxmlformats.org/drawingml/2006/main" w="9525">
            <a:solidFill>
              <a:srgbClr val="102A38"/>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08bffad1661b4db6"/>
          <a:srcRect xmlns:a="http://schemas.openxmlformats.org/drawingml/2006/main" l="0" t="18" r="0" b="18"/>
          <a:stretch xmlns:a="http://schemas.openxmlformats.org/drawingml/2006/main">
            <a:fillRect l="0" t="0" r="0" b="0"/>
          </a:stretch>
        </p:blipFill>
        <p:spPr>
          <a:xfrm xmlns:a="http://schemas.openxmlformats.org/drawingml/2006/main">
            <a:off x="5334000" y="1104900"/>
            <a:ext cx="2400300" cy="5200650"/>
          </a:xfrm>
          <a:prstGeom xmlns:a="http://schemas.openxmlformats.org/drawingml/2006/main" prst="roundRect">
            <a:avLst>
              <a:gd name="adj" fmla="val 7143"/>
            </a:avLst>
          </a:prstGeom>
        </p:spPr>
      </p:pic>
      <p:sp>
        <p:nvSpPr>
          <p:cNvPr id="17" name="">
            <a:extLst xmlns:a="http://schemas.openxmlformats.org/drawingml/2006/main">
              <a:ext uri="{FF2B5EF4-FFF2-40B4-BE49-F238E27FC236}">
                <a16:creationId xmlns:a16="http://schemas.microsoft.com/office/drawing/2014/main" id="{522417E6-B59F-4805-A435-21C880FAA40D}"/>
              </a:ext>
            </a:extLst>
          </p:cNvPr>
          <p:cNvSpPr>
            <a:spLocks xmlns:a="http://schemas.openxmlformats.org/drawingml/2006/main" noGrp="1"/>
          </p:cNvSpPr>
          <p:nvPr/>
        </p:nvSpPr>
        <p:spPr>
          <a:xfrm xmlns:a="http://schemas.openxmlformats.org/drawingml/2006/main">
            <a:off x="5219700" y="6438900"/>
            <a:ext cx="2628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975" b="1">
                <a:solidFill>
                  <a:srgbClr val="607284"/>
                </a:solidFill>
                <a:latin typeface="Arial"/>
                <a:ea typeface="Arial"/>
                <a:cs typeface="Arial"/>
              </a:defRPr>
            </a:pPr>
            <a:r>
              <a:rPr sz="975" b="1">
                <a:solidFill>
                  <a:srgbClr val="607284"/>
                </a:solidFill>
                <a:latin typeface="Arial"/>
                <a:ea typeface="Arial"/>
                <a:cs typeface="Arial"/>
              </a:rPr>
              <a:t>Admin duplicate comparison</a:t>
            </a:r>
          </a:p>
        </p:txBody>
      </p:sp>
      <p:sp>
        <p:nvSpPr>
          <p:cNvPr id="18" name="">
            <a:extLst xmlns:a="http://schemas.openxmlformats.org/drawingml/2006/main">
              <a:ext uri="{FF2B5EF4-FFF2-40B4-BE49-F238E27FC236}">
                <a16:creationId xmlns:a16="http://schemas.microsoft.com/office/drawing/2014/main" id="{BD08BCC1-EAEA-41A2-88DC-5BBF578E027B}"/>
              </a:ext>
            </a:extLst>
          </p:cNvPr>
          <p:cNvSpPr>
            <a:spLocks xmlns:a="http://schemas.openxmlformats.org/drawingml/2006/main" noGrp="1"/>
          </p:cNvSpPr>
          <p:nvPr/>
        </p:nvSpPr>
        <p:spPr>
          <a:xfrm xmlns:a="http://schemas.openxmlformats.org/drawingml/2006/main">
            <a:off x="6838950" y="1104900"/>
            <a:ext cx="819150" cy="647700"/>
          </a:xfrm>
          <a:prstGeom xmlns:a="http://schemas.openxmlformats.org/drawingml/2006/main" prst="roundRect">
            <a:avLst>
              <a:gd name="adj" fmla="val 11765"/>
            </a:avLst>
          </a:prstGeom>
          <a:noFill xmlns:a="http://schemas.openxmlformats.org/drawingml/2006/main"/>
          <a:ln xmlns:a="http://schemas.openxmlformats.org/drawingml/2006/main" w="28575">
            <a:solidFill>
              <a:srgbClr val="9A5A18"/>
            </a:solidFill>
            <a:prstDash val="solid"/>
          </a:ln>
        </p:spPr>
      </p:sp>
      <p:sp>
        <p:nvSpPr>
          <p:cNvPr id="19" name="">
            <a:extLst xmlns:a="http://schemas.openxmlformats.org/drawingml/2006/main">
              <a:ext uri="{FF2B5EF4-FFF2-40B4-BE49-F238E27FC236}">
                <a16:creationId xmlns:a16="http://schemas.microsoft.com/office/drawing/2014/main" id="{1482C0E3-D758-42FA-A429-F39BBCCD1EBC}"/>
              </a:ext>
            </a:extLst>
          </p:cNvPr>
          <p:cNvSpPr>
            <a:spLocks xmlns:a="http://schemas.openxmlformats.org/drawingml/2006/main" noGrp="1"/>
          </p:cNvSpPr>
          <p:nvPr/>
        </p:nvSpPr>
        <p:spPr>
          <a:xfrm xmlns:a="http://schemas.openxmlformats.org/drawingml/2006/main">
            <a:off x="7467600" y="1066800"/>
            <a:ext cx="285750" cy="285750"/>
          </a:xfrm>
          <a:prstGeom xmlns:a="http://schemas.openxmlformats.org/drawingml/2006/main" prst="ellipse">
            <a:avLst/>
          </a:prstGeom>
          <a:solidFill xmlns:a="http://schemas.openxmlformats.org/drawingml/2006/main">
            <a:srgbClr val="9A5A18"/>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20" name="">
            <a:extLst xmlns:a="http://schemas.openxmlformats.org/drawingml/2006/main">
              <a:ext uri="{FF2B5EF4-FFF2-40B4-BE49-F238E27FC236}">
                <a16:creationId xmlns:a16="http://schemas.microsoft.com/office/drawing/2014/main" id="{8D4351E8-4FBE-4DD6-85D0-08BDD8A5E83C}"/>
              </a:ext>
            </a:extLst>
          </p:cNvPr>
          <p:cNvSpPr>
            <a:spLocks xmlns:a="http://schemas.openxmlformats.org/drawingml/2006/main" noGrp="1"/>
          </p:cNvSpPr>
          <p:nvPr/>
        </p:nvSpPr>
        <p:spPr>
          <a:xfrm xmlns:a="http://schemas.openxmlformats.org/drawingml/2006/main">
            <a:off x="5410200" y="4667250"/>
            <a:ext cx="2247900" cy="1219200"/>
          </a:xfrm>
          <a:prstGeom xmlns:a="http://schemas.openxmlformats.org/drawingml/2006/main" prst="roundRect">
            <a:avLst>
              <a:gd name="adj" fmla="val 6250"/>
            </a:avLst>
          </a:prstGeom>
          <a:noFill xmlns:a="http://schemas.openxmlformats.org/drawingml/2006/main"/>
          <a:ln xmlns:a="http://schemas.openxmlformats.org/drawingml/2006/main" w="28575">
            <a:solidFill>
              <a:srgbClr val="9A5A18"/>
            </a:solidFill>
            <a:prstDash val="solid"/>
          </a:ln>
        </p:spPr>
      </p:sp>
      <p:sp>
        <p:nvSpPr>
          <p:cNvPr id="21" name="">
            <a:extLst xmlns:a="http://schemas.openxmlformats.org/drawingml/2006/main">
              <a:ext uri="{FF2B5EF4-FFF2-40B4-BE49-F238E27FC236}">
                <a16:creationId xmlns:a16="http://schemas.microsoft.com/office/drawing/2014/main" id="{9FFA4E49-5FC4-475F-9CBF-8FD1817A8126}"/>
              </a:ext>
            </a:extLst>
          </p:cNvPr>
          <p:cNvSpPr>
            <a:spLocks xmlns:a="http://schemas.openxmlformats.org/drawingml/2006/main" noGrp="1"/>
          </p:cNvSpPr>
          <p:nvPr/>
        </p:nvSpPr>
        <p:spPr>
          <a:xfrm xmlns:a="http://schemas.openxmlformats.org/drawingml/2006/main">
            <a:off x="7467600" y="4914900"/>
            <a:ext cx="285750" cy="285750"/>
          </a:xfrm>
          <a:prstGeom xmlns:a="http://schemas.openxmlformats.org/drawingml/2006/main" prst="ellipse">
            <a:avLst/>
          </a:prstGeom>
          <a:solidFill xmlns:a="http://schemas.openxmlformats.org/drawingml/2006/main">
            <a:srgbClr val="9A5A18"/>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5</a:t>
            </a:r>
          </a:p>
        </p:txBody>
      </p:sp>
      <p:sp>
        <p:nvSpPr>
          <p:cNvPr id="22" name="">
            <a:extLst xmlns:a="http://schemas.openxmlformats.org/drawingml/2006/main">
              <a:ext uri="{FF2B5EF4-FFF2-40B4-BE49-F238E27FC236}">
                <a16:creationId xmlns:a16="http://schemas.microsoft.com/office/drawing/2014/main" id="{25846489-7777-4327-8513-16EBCEC9CD25}"/>
              </a:ext>
            </a:extLst>
          </p:cNvPr>
          <p:cNvSpPr>
            <a:spLocks xmlns:a="http://schemas.openxmlformats.org/drawingml/2006/main" noGrp="1"/>
          </p:cNvSpPr>
          <p:nvPr/>
        </p:nvSpPr>
        <p:spPr>
          <a:xfrm xmlns:a="http://schemas.openxmlformats.org/drawingml/2006/main">
            <a:off x="8286750" y="1504950"/>
            <a:ext cx="276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5B4CB8"/>
                </a:solidFill>
                <a:latin typeface="Arial"/>
                <a:ea typeface="Arial"/>
                <a:cs typeface="Arial"/>
              </a:defRPr>
            </a:pPr>
            <a:r>
              <a:rPr sz="1200" b="1">
                <a:solidFill>
                  <a:srgbClr val="5B4CB8"/>
                </a:solidFill>
                <a:latin typeface="Arial"/>
                <a:ea typeface="Arial"/>
                <a:cs typeface="Arial"/>
              </a:rPr>
              <a:t>Decision meaning</a:t>
            </a:r>
          </a:p>
        </p:txBody>
      </p:sp>
      <p:sp>
        <p:nvSpPr>
          <p:cNvPr id="23" name="">
            <a:extLst xmlns:a="http://schemas.openxmlformats.org/drawingml/2006/main">
              <a:ext uri="{FF2B5EF4-FFF2-40B4-BE49-F238E27FC236}">
                <a16:creationId xmlns:a16="http://schemas.microsoft.com/office/drawing/2014/main" id="{2A3A38DE-16FE-4ABF-9314-DA13E184F45D}"/>
              </a:ext>
            </a:extLst>
          </p:cNvPr>
          <p:cNvSpPr>
            <a:spLocks xmlns:a="http://schemas.openxmlformats.org/drawingml/2006/main" noGrp="1"/>
          </p:cNvSpPr>
          <p:nvPr/>
        </p:nvSpPr>
        <p:spPr>
          <a:xfrm xmlns:a="http://schemas.openxmlformats.org/drawingml/2006/main">
            <a:off x="8286750" y="1866900"/>
            <a:ext cx="285750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425" b="0">
                <a:solidFill>
                  <a:srgbClr val="173042"/>
                </a:solidFill>
                <a:latin typeface="Arial"/>
                <a:ea typeface="Arial"/>
                <a:cs typeface="Arial"/>
              </a:defRPr>
            </a:pPr>
            <a:r>
              <a:rPr sz="1425" b="0">
                <a:solidFill>
                  <a:srgbClr val="173042"/>
                </a:solidFill>
                <a:latin typeface="Arial"/>
                <a:ea typeface="Arial"/>
                <a:cs typeface="Arial"/>
              </a:rPr>
              <a:t>Accept as duplicate removes the newly submitted copy. Reject as duplicate keeps it as a separate complaint.</a:t>
            </a:r>
          </a:p>
        </p:txBody>
      </p:sp>
      <p:sp>
        <p:nvSpPr>
          <p:cNvPr id="24" name="">
            <a:extLst xmlns:a="http://schemas.openxmlformats.org/drawingml/2006/main">
              <a:ext uri="{FF2B5EF4-FFF2-40B4-BE49-F238E27FC236}">
                <a16:creationId xmlns:a16="http://schemas.microsoft.com/office/drawing/2014/main" id="{29822B19-928C-4847-A982-F60D2B7E5632}"/>
              </a:ext>
            </a:extLst>
          </p:cNvPr>
          <p:cNvSpPr>
            <a:spLocks xmlns:a="http://schemas.openxmlformats.org/drawingml/2006/main" noGrp="1"/>
          </p:cNvSpPr>
          <p:nvPr/>
        </p:nvSpPr>
        <p:spPr>
          <a:xfrm xmlns:a="http://schemas.openxmlformats.org/drawingml/2006/main">
            <a:off x="8286750" y="3733800"/>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1">
                <a:solidFill>
                  <a:srgbClr val="9A5A18"/>
                </a:solidFill>
                <a:latin typeface="Arial"/>
                <a:ea typeface="Arial"/>
                <a:cs typeface="Arial"/>
              </a:defRPr>
            </a:pPr>
            <a:r>
              <a:rPr sz="1350" b="1">
                <a:solidFill>
                  <a:srgbClr val="9A5A18"/>
                </a:solidFill>
                <a:latin typeface="Arial"/>
                <a:ea typeface="Arial"/>
                <a:cs typeface="Arial"/>
              </a:rPr>
              <a:t>Stored confidence: 98.5%. The screen rounds it to 99%.</a:t>
            </a:r>
          </a:p>
        </p:txBody>
      </p:sp>
      <p:sp>
        <p:nvSpPr>
          <p:cNvPr id="25" name="">
            <a:extLst xmlns:a="http://schemas.openxmlformats.org/drawingml/2006/main">
              <a:ext uri="{FF2B5EF4-FFF2-40B4-BE49-F238E27FC236}">
                <a16:creationId xmlns:a16="http://schemas.microsoft.com/office/drawing/2014/main" id="{4C1FE99F-7385-4E17-B358-A3F23A1BD43A}"/>
              </a:ext>
            </a:extLst>
          </p:cNvPr>
          <p:cNvSpPr>
            <a:spLocks xmlns:a="http://schemas.openxmlformats.org/drawingml/2006/main" noGrp="1"/>
          </p:cNvSpPr>
          <p:nvPr/>
        </p:nvSpPr>
        <p:spPr>
          <a:xfrm xmlns:a="http://schemas.openxmlformats.org/drawingml/2006/main">
            <a:off x="457200" y="655320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825" b="0">
                <a:solidFill>
                  <a:srgbClr val="607284"/>
                </a:solidFill>
                <a:latin typeface="Arial"/>
                <a:ea typeface="Arial"/>
                <a:cs typeface="Arial"/>
              </a:defRPr>
            </a:pPr>
            <a:r>
              <a:rPr sz="825" b="0">
                <a:solidFill>
                  <a:srgbClr val="607284"/>
                </a:solidFill>
                <a:latin typeface="Arial"/>
                <a:ea typeface="Arial"/>
                <a:cs typeface="Arial"/>
              </a:rPr>
              <a:t>Nogor Shomadhan  •  Final user manual</a:t>
            </a:r>
          </a:p>
        </p:txBody>
      </p:sp>
      <p:sp>
        <p:nvSpPr>
          <p:cNvPr id="26" name="">
            <a:extLst xmlns:a="http://schemas.openxmlformats.org/drawingml/2006/main">
              <a:ext uri="{FF2B5EF4-FFF2-40B4-BE49-F238E27FC236}">
                <a16:creationId xmlns:a16="http://schemas.microsoft.com/office/drawing/2014/main" id="{75CE4CF4-9D71-42C6-8C0B-F42389DA4CB9}"/>
              </a:ext>
            </a:extLst>
          </p:cNvPr>
          <p:cNvSpPr>
            <a:spLocks xmlns:a="http://schemas.openxmlformats.org/drawingml/2006/main" noGrp="1"/>
          </p:cNvSpPr>
          <p:nvPr/>
        </p:nvSpPr>
        <p:spPr>
          <a:xfrm xmlns:a="http://schemas.openxmlformats.org/drawingml/2006/main">
            <a:off x="11372850" y="65341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900" b="1">
                <a:solidFill>
                  <a:srgbClr val="607284"/>
                </a:solidFill>
                <a:latin typeface="Arial"/>
                <a:ea typeface="Arial"/>
                <a:cs typeface="Arial"/>
              </a:defRPr>
            </a:pPr>
            <a:r>
              <a:rPr sz="900" b="1">
                <a:solidFill>
                  <a:srgbClr val="607284"/>
                </a:solidFill>
                <a:latin typeface="Arial"/>
                <a:ea typeface="Arial"/>
                <a:cs typeface="Arial"/>
              </a:rPr>
              <a:t>5</a:t>
            </a:r>
          </a:p>
        </p:txBody>
      </p:sp>
    </p:spTree>
    <p:extLst>
      <p:ext uri="{BB962C8B-B14F-4D97-AF65-F5344CB8AC3E}">
        <p14:creationId xmlns:p14="http://schemas.microsoft.com/office/powerpoint/2010/main" val="1376155178"/>
      </p:ext>
    </p:extLst>
  </p:cSld>
</p:sld>
</file>

<file path=ppt/slides/slide6.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081C22BB-6A5F-4059-B9A2-8E3AD5B9C1B4}"/>
              </a:ext>
            </a:extLst>
          </p:cNvPr>
          <p:cNvSpPr>
            <a:spLocks xmlns:a="http://schemas.openxmlformats.org/drawingml/2006/main" noGrp="1"/>
          </p:cNvSpPr>
          <p:nvPr/>
        </p:nvSpPr>
        <p:spPr>
          <a:xfrm xmlns:a="http://schemas.openxmlformats.org/drawingml/2006/main">
            <a:off x="381000" y="266700"/>
            <a:ext cx="476250" cy="438150"/>
          </a:xfrm>
          <a:prstGeom xmlns:a="http://schemas.openxmlformats.org/drawingml/2006/main" prst="roundRect">
            <a:avLst>
              <a:gd name="adj" fmla="val 19565"/>
            </a:avLst>
          </a:prstGeom>
          <a:solidFill xmlns:a="http://schemas.openxmlformats.org/drawingml/2006/main">
            <a:srgbClr val="00475E"/>
          </a:solidFill>
          <a:ln xmlns:a="http://schemas.openxmlformats.org/drawingml/2006/main" w="9525">
            <a:solidFill>
              <a:srgbClr val="00475E"/>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5</a:t>
            </a:r>
          </a:p>
        </p:txBody>
      </p:sp>
      <p:sp>
        <p:nvSpPr>
          <p:cNvPr id="2" name="">
            <a:extLst xmlns:a="http://schemas.openxmlformats.org/drawingml/2006/main">
              <a:ext uri="{FF2B5EF4-FFF2-40B4-BE49-F238E27FC236}">
                <a16:creationId xmlns:a16="http://schemas.microsoft.com/office/drawing/2014/main" id="{562370B6-7031-490C-8D96-16E99B57AC50}"/>
              </a:ext>
            </a:extLst>
          </p:cNvPr>
          <p:cNvSpPr>
            <a:spLocks xmlns:a="http://schemas.openxmlformats.org/drawingml/2006/main" noGrp="1"/>
          </p:cNvSpPr>
          <p:nvPr/>
        </p:nvSpPr>
        <p:spPr>
          <a:xfrm xmlns:a="http://schemas.openxmlformats.org/drawingml/2006/main">
            <a:off x="990600" y="238125"/>
            <a:ext cx="828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325" b="1">
                <a:solidFill>
                  <a:srgbClr val="173042"/>
                </a:solidFill>
                <a:latin typeface="Arial"/>
                <a:ea typeface="Arial"/>
                <a:cs typeface="Arial"/>
              </a:defRPr>
            </a:pPr>
            <a:r>
              <a:rPr sz="2325" b="1">
                <a:solidFill>
                  <a:srgbClr val="173042"/>
                </a:solidFill>
                <a:latin typeface="Arial"/>
                <a:ea typeface="Arial"/>
                <a:cs typeface="Arial"/>
              </a:rPr>
              <a:t>Admin verification and routing</a:t>
            </a:r>
          </a:p>
        </p:txBody>
      </p:sp>
      <p:sp>
        <p:nvSpPr>
          <p:cNvPr id="3" name="">
            <a:extLst xmlns:a="http://schemas.openxmlformats.org/drawingml/2006/main">
              <a:ext uri="{FF2B5EF4-FFF2-40B4-BE49-F238E27FC236}">
                <a16:creationId xmlns:a16="http://schemas.microsoft.com/office/drawing/2014/main" id="{A309BDE6-22B3-4D01-8EAC-D1280CCB124D}"/>
              </a:ext>
            </a:extLst>
          </p:cNvPr>
          <p:cNvSpPr>
            <a:spLocks xmlns:a="http://schemas.openxmlformats.org/drawingml/2006/main" noGrp="1"/>
          </p:cNvSpPr>
          <p:nvPr/>
        </p:nvSpPr>
        <p:spPr>
          <a:xfrm xmlns:a="http://schemas.openxmlformats.org/drawingml/2006/main">
            <a:off x="10477500" y="285750"/>
            <a:ext cx="1123950" cy="323850"/>
          </a:xfrm>
          <a:prstGeom xmlns:a="http://schemas.openxmlformats.org/drawingml/2006/main" prst="roundRect">
            <a:avLst>
              <a:gd name="adj" fmla="val 50000"/>
            </a:avLst>
          </a:prstGeom>
          <a:solidFill xmlns:a="http://schemas.openxmlformats.org/drawingml/2006/main">
            <a:srgbClr val="ECE9FF"/>
          </a:solidFill>
          <a:ln xmlns:a="http://schemas.openxmlformats.org/drawingml/2006/main" w="9525">
            <a:solidFill>
              <a:srgbClr val="ECE9FF"/>
            </a:solidFill>
            <a:prstDash val="solid"/>
          </a:ln>
        </p:spPr>
        <p:txBody>
          <a:bodyPr xmlns:a="http://schemas.openxmlformats.org/drawingml/2006/main" anchor="ctr">
            <a:noAutofit/>
          </a:bodyPr>
          <a:lstStyle xmlns:a="http://schemas.openxmlformats.org/drawingml/2006/main"/>
          <a:p xmlns:a="http://schemas.openxmlformats.org/drawingml/2006/main">
            <a:pPr algn="ctr">
              <a:defRPr sz="1125" b="1">
                <a:solidFill>
                  <a:srgbClr val="5B4CB8"/>
                </a:solidFill>
                <a:latin typeface="Arial"/>
                <a:ea typeface="Arial"/>
                <a:cs typeface="Arial"/>
              </a:defRPr>
            </a:pPr>
            <a:r>
              <a:rPr sz="1125" b="1">
                <a:solidFill>
                  <a:srgbClr val="5B4CB8"/>
                </a:solidFill>
                <a:latin typeface="Arial"/>
                <a:ea typeface="Arial"/>
                <a:cs typeface="Arial"/>
              </a:rPr>
              <a:t>Admin</a:t>
            </a:r>
          </a:p>
        </p:txBody>
      </p:sp>
      <p:sp>
        <p:nvSpPr>
          <p:cNvPr id="4" name="">
            <a:extLst xmlns:a="http://schemas.openxmlformats.org/drawingml/2006/main">
              <a:ext uri="{FF2B5EF4-FFF2-40B4-BE49-F238E27FC236}">
                <a16:creationId xmlns:a16="http://schemas.microsoft.com/office/drawing/2014/main" id="{61D498C1-9C91-452F-921D-6B75D37CB73A}"/>
              </a:ext>
            </a:extLst>
          </p:cNvPr>
          <p:cNvSpPr>
            <a:spLocks xmlns:a="http://schemas.openxmlformats.org/drawingml/2006/main" noGrp="1"/>
          </p:cNvSpPr>
          <p:nvPr/>
        </p:nvSpPr>
        <p:spPr>
          <a:xfrm xmlns:a="http://schemas.openxmlformats.org/drawingml/2006/main">
            <a:off x="381000" y="876300"/>
            <a:ext cx="1143000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5" name="">
            <a:extLst xmlns:a="http://schemas.openxmlformats.org/drawingml/2006/main">
              <a:ext uri="{FF2B5EF4-FFF2-40B4-BE49-F238E27FC236}">
                <a16:creationId xmlns:a16="http://schemas.microsoft.com/office/drawing/2014/main" id="{34828540-0C49-4521-BEC3-A81284A69AB1}"/>
              </a:ext>
            </a:extLst>
          </p:cNvPr>
          <p:cNvSpPr>
            <a:spLocks xmlns:a="http://schemas.openxmlformats.org/drawingml/2006/main" noGrp="1"/>
          </p:cNvSpPr>
          <p:nvPr/>
        </p:nvSpPr>
        <p:spPr>
          <a:xfrm xmlns:a="http://schemas.openxmlformats.org/drawingml/2006/main">
            <a:off x="419100" y="1181100"/>
            <a:ext cx="266700" cy="266700"/>
          </a:xfrm>
          <a:prstGeom xmlns:a="http://schemas.openxmlformats.org/drawingml/2006/main" prst="ellipse">
            <a:avLst/>
          </a:prstGeom>
          <a:solidFill xmlns:a="http://schemas.openxmlformats.org/drawingml/2006/main">
            <a:srgbClr val="5B4CB8"/>
          </a:solidFill>
          <a:ln xmlns:a="http://schemas.openxmlformats.org/drawingml/2006/main" w="9525">
            <a:solidFill>
              <a:srgbClr val="5B4CB8"/>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BCD5E6E8-C9C2-4464-BC6C-5EBCB7D92ED1}"/>
              </a:ext>
            </a:extLst>
          </p:cNvPr>
          <p:cNvSpPr>
            <a:spLocks xmlns:a="http://schemas.openxmlformats.org/drawingml/2006/main" noGrp="1"/>
          </p:cNvSpPr>
          <p:nvPr/>
        </p:nvSpPr>
        <p:spPr>
          <a:xfrm xmlns:a="http://schemas.openxmlformats.org/drawingml/2006/main">
            <a:off x="819150" y="1143000"/>
            <a:ext cx="2933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Open Review Complaints from the admin dashboard.</a:t>
            </a:r>
          </a:p>
        </p:txBody>
      </p:sp>
      <p:sp>
        <p:nvSpPr>
          <p:cNvPr id="7" name="">
            <a:extLst xmlns:a="http://schemas.openxmlformats.org/drawingml/2006/main">
              <a:ext uri="{FF2B5EF4-FFF2-40B4-BE49-F238E27FC236}">
                <a16:creationId xmlns:a16="http://schemas.microsoft.com/office/drawing/2014/main" id="{CFD7E12A-11FE-40C5-AD60-C388CFC9CD14}"/>
              </a:ext>
            </a:extLst>
          </p:cNvPr>
          <p:cNvSpPr>
            <a:spLocks xmlns:a="http://schemas.openxmlformats.org/drawingml/2006/main" noGrp="1"/>
          </p:cNvSpPr>
          <p:nvPr/>
        </p:nvSpPr>
        <p:spPr>
          <a:xfrm xmlns:a="http://schemas.openxmlformats.org/drawingml/2006/main">
            <a:off x="419100" y="2066925"/>
            <a:ext cx="266700" cy="266700"/>
          </a:xfrm>
          <a:prstGeom xmlns:a="http://schemas.openxmlformats.org/drawingml/2006/main" prst="ellipse">
            <a:avLst/>
          </a:prstGeom>
          <a:solidFill xmlns:a="http://schemas.openxmlformats.org/drawingml/2006/main">
            <a:srgbClr val="5B4CB8"/>
          </a:solidFill>
          <a:ln xmlns:a="http://schemas.openxmlformats.org/drawingml/2006/main" w="9525">
            <a:solidFill>
              <a:srgbClr val="5B4CB8"/>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8" name="">
            <a:extLst xmlns:a="http://schemas.openxmlformats.org/drawingml/2006/main">
              <a:ext uri="{FF2B5EF4-FFF2-40B4-BE49-F238E27FC236}">
                <a16:creationId xmlns:a16="http://schemas.microsoft.com/office/drawing/2014/main" id="{241839C9-81A5-49DF-A169-290FAD50971C}"/>
              </a:ext>
            </a:extLst>
          </p:cNvPr>
          <p:cNvSpPr>
            <a:spLocks xmlns:a="http://schemas.openxmlformats.org/drawingml/2006/main" noGrp="1"/>
          </p:cNvSpPr>
          <p:nvPr/>
        </p:nvSpPr>
        <p:spPr>
          <a:xfrm xmlns:a="http://schemas.openxmlformats.org/drawingml/2006/main">
            <a:off x="819150" y="2028825"/>
            <a:ext cx="2933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Inspect the report title, location, category, and submitted evidence.</a:t>
            </a:r>
          </a:p>
        </p:txBody>
      </p:sp>
      <p:sp>
        <p:nvSpPr>
          <p:cNvPr id="9" name="">
            <a:extLst xmlns:a="http://schemas.openxmlformats.org/drawingml/2006/main">
              <a:ext uri="{FF2B5EF4-FFF2-40B4-BE49-F238E27FC236}">
                <a16:creationId xmlns:a16="http://schemas.microsoft.com/office/drawing/2014/main" id="{67B18C64-0634-47DF-B8A6-B06622E98EAE}"/>
              </a:ext>
            </a:extLst>
          </p:cNvPr>
          <p:cNvSpPr>
            <a:spLocks xmlns:a="http://schemas.openxmlformats.org/drawingml/2006/main" noGrp="1"/>
          </p:cNvSpPr>
          <p:nvPr/>
        </p:nvSpPr>
        <p:spPr>
          <a:xfrm xmlns:a="http://schemas.openxmlformats.org/drawingml/2006/main">
            <a:off x="419100" y="2952750"/>
            <a:ext cx="266700" cy="266700"/>
          </a:xfrm>
          <a:prstGeom xmlns:a="http://schemas.openxmlformats.org/drawingml/2006/main" prst="ellipse">
            <a:avLst/>
          </a:prstGeom>
          <a:solidFill xmlns:a="http://schemas.openxmlformats.org/drawingml/2006/main">
            <a:srgbClr val="5B4CB8"/>
          </a:solidFill>
          <a:ln xmlns:a="http://schemas.openxmlformats.org/drawingml/2006/main" w="9525">
            <a:solidFill>
              <a:srgbClr val="5B4CB8"/>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10" name="">
            <a:extLst xmlns:a="http://schemas.openxmlformats.org/drawingml/2006/main">
              <a:ext uri="{FF2B5EF4-FFF2-40B4-BE49-F238E27FC236}">
                <a16:creationId xmlns:a16="http://schemas.microsoft.com/office/drawing/2014/main" id="{EBC9850C-EF76-4214-B3B7-D6A0CD5013D9}"/>
              </a:ext>
            </a:extLst>
          </p:cNvPr>
          <p:cNvSpPr>
            <a:spLocks xmlns:a="http://schemas.openxmlformats.org/drawingml/2006/main" noGrp="1"/>
          </p:cNvSpPr>
          <p:nvPr/>
        </p:nvSpPr>
        <p:spPr>
          <a:xfrm xmlns:a="http://schemas.openxmlformats.org/drawingml/2006/main">
            <a:off x="819150" y="2914650"/>
            <a:ext cx="2933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Open any possible-duplicate warning before deciding.</a:t>
            </a:r>
          </a:p>
        </p:txBody>
      </p:sp>
      <p:sp>
        <p:nvSpPr>
          <p:cNvPr id="11" name="">
            <a:extLst xmlns:a="http://schemas.openxmlformats.org/drawingml/2006/main">
              <a:ext uri="{FF2B5EF4-FFF2-40B4-BE49-F238E27FC236}">
                <a16:creationId xmlns:a16="http://schemas.microsoft.com/office/drawing/2014/main" id="{0808351D-FDFA-491A-96B9-A9F773DBAB4B}"/>
              </a:ext>
            </a:extLst>
          </p:cNvPr>
          <p:cNvSpPr>
            <a:spLocks xmlns:a="http://schemas.openxmlformats.org/drawingml/2006/main" noGrp="1"/>
          </p:cNvSpPr>
          <p:nvPr/>
        </p:nvSpPr>
        <p:spPr>
          <a:xfrm xmlns:a="http://schemas.openxmlformats.org/drawingml/2006/main">
            <a:off x="419100" y="3838575"/>
            <a:ext cx="266700" cy="266700"/>
          </a:xfrm>
          <a:prstGeom xmlns:a="http://schemas.openxmlformats.org/drawingml/2006/main" prst="ellipse">
            <a:avLst/>
          </a:prstGeom>
          <a:solidFill xmlns:a="http://schemas.openxmlformats.org/drawingml/2006/main">
            <a:srgbClr val="5B4CB8"/>
          </a:solidFill>
          <a:ln xmlns:a="http://schemas.openxmlformats.org/drawingml/2006/main" w="9525">
            <a:solidFill>
              <a:srgbClr val="5B4CB8"/>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12" name="">
            <a:extLst xmlns:a="http://schemas.openxmlformats.org/drawingml/2006/main">
              <a:ext uri="{FF2B5EF4-FFF2-40B4-BE49-F238E27FC236}">
                <a16:creationId xmlns:a16="http://schemas.microsoft.com/office/drawing/2014/main" id="{6B9511A5-B86A-4BFD-ACA0-395388623B04}"/>
              </a:ext>
            </a:extLst>
          </p:cNvPr>
          <p:cNvSpPr>
            <a:spLocks xmlns:a="http://schemas.openxmlformats.org/drawingml/2006/main" noGrp="1"/>
          </p:cNvSpPr>
          <p:nvPr/>
        </p:nvSpPr>
        <p:spPr>
          <a:xfrm xmlns:a="http://schemas.openxmlformats.org/drawingml/2006/main">
            <a:off x="819150" y="3800475"/>
            <a:ext cx="2933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Verify a valid report or reject an invalid submission.</a:t>
            </a:r>
          </a:p>
        </p:txBody>
      </p:sp>
      <p:sp>
        <p:nvSpPr>
          <p:cNvPr id="13" name="">
            <a:extLst xmlns:a="http://schemas.openxmlformats.org/drawingml/2006/main">
              <a:ext uri="{FF2B5EF4-FFF2-40B4-BE49-F238E27FC236}">
                <a16:creationId xmlns:a16="http://schemas.microsoft.com/office/drawing/2014/main" id="{04F0BFD5-35D7-4B34-B58A-9C342D25AEAC}"/>
              </a:ext>
            </a:extLst>
          </p:cNvPr>
          <p:cNvSpPr>
            <a:spLocks xmlns:a="http://schemas.openxmlformats.org/drawingml/2006/main" noGrp="1"/>
          </p:cNvSpPr>
          <p:nvPr/>
        </p:nvSpPr>
        <p:spPr>
          <a:xfrm xmlns:a="http://schemas.openxmlformats.org/drawingml/2006/main">
            <a:off x="419100" y="4724400"/>
            <a:ext cx="266700" cy="266700"/>
          </a:xfrm>
          <a:prstGeom xmlns:a="http://schemas.openxmlformats.org/drawingml/2006/main" prst="ellipse">
            <a:avLst/>
          </a:prstGeom>
          <a:solidFill xmlns:a="http://schemas.openxmlformats.org/drawingml/2006/main">
            <a:srgbClr val="5B4CB8"/>
          </a:solidFill>
          <a:ln xmlns:a="http://schemas.openxmlformats.org/drawingml/2006/main" w="9525">
            <a:solidFill>
              <a:srgbClr val="5B4CB8"/>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5</a:t>
            </a:r>
          </a:p>
        </p:txBody>
      </p:sp>
      <p:sp>
        <p:nvSpPr>
          <p:cNvPr id="14" name="">
            <a:extLst xmlns:a="http://schemas.openxmlformats.org/drawingml/2006/main">
              <a:ext uri="{FF2B5EF4-FFF2-40B4-BE49-F238E27FC236}">
                <a16:creationId xmlns:a16="http://schemas.microsoft.com/office/drawing/2014/main" id="{224884AB-D625-433E-BD96-30F6329024D6}"/>
              </a:ext>
            </a:extLst>
          </p:cNvPr>
          <p:cNvSpPr>
            <a:spLocks xmlns:a="http://schemas.openxmlformats.org/drawingml/2006/main" noGrp="1"/>
          </p:cNvSpPr>
          <p:nvPr/>
        </p:nvSpPr>
        <p:spPr>
          <a:xfrm xmlns:a="http://schemas.openxmlformats.org/drawingml/2006/main">
            <a:off x="819150" y="4686300"/>
            <a:ext cx="2933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Verified complaints enter the authority workflow.</a:t>
            </a:r>
          </a:p>
        </p:txBody>
      </p:sp>
      <p:sp>
        <p:nvSpPr>
          <p:cNvPr id="15" name="">
            <a:extLst xmlns:a="http://schemas.openxmlformats.org/drawingml/2006/main">
              <a:ext uri="{FF2B5EF4-FFF2-40B4-BE49-F238E27FC236}">
                <a16:creationId xmlns:a16="http://schemas.microsoft.com/office/drawing/2014/main" id="{2A4FCD80-7BD1-48E2-B689-E05CCD162EC0}"/>
              </a:ext>
            </a:extLst>
          </p:cNvPr>
          <p:cNvSpPr>
            <a:spLocks xmlns:a="http://schemas.openxmlformats.org/drawingml/2006/main" noGrp="1"/>
          </p:cNvSpPr>
          <p:nvPr/>
        </p:nvSpPr>
        <p:spPr>
          <a:xfrm xmlns:a="http://schemas.openxmlformats.org/drawingml/2006/main">
            <a:off x="4038600" y="1028700"/>
            <a:ext cx="2305050" cy="4819650"/>
          </a:xfrm>
          <a:prstGeom xmlns:a="http://schemas.openxmlformats.org/drawingml/2006/main" prst="roundRect">
            <a:avLst>
              <a:gd name="adj" fmla="val 10331"/>
            </a:avLst>
          </a:prstGeom>
          <a:solidFill xmlns:a="http://schemas.openxmlformats.org/drawingml/2006/main">
            <a:srgbClr val="102A38"/>
          </a:solidFill>
          <a:ln xmlns:a="http://schemas.openxmlformats.org/drawingml/2006/main" w="9525">
            <a:solidFill>
              <a:srgbClr val="102A38"/>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5839b290336b4f5f"/>
          <a:srcRect xmlns:a="http://schemas.openxmlformats.org/drawingml/2006/main" l="16" t="0" r="16" b="0"/>
          <a:stretch xmlns:a="http://schemas.openxmlformats.org/drawingml/2006/main">
            <a:fillRect l="0" t="0" r="0" b="0"/>
          </a:stretch>
        </p:blipFill>
        <p:spPr>
          <a:xfrm xmlns:a="http://schemas.openxmlformats.org/drawingml/2006/main">
            <a:off x="4114800" y="1104900"/>
            <a:ext cx="2152650" cy="4667250"/>
          </a:xfrm>
          <a:prstGeom xmlns:a="http://schemas.openxmlformats.org/drawingml/2006/main" prst="roundRect">
            <a:avLst>
              <a:gd name="adj" fmla="val 7965"/>
            </a:avLst>
          </a:prstGeom>
        </p:spPr>
      </p:pic>
      <p:sp>
        <p:nvSpPr>
          <p:cNvPr id="17" name="">
            <a:extLst xmlns:a="http://schemas.openxmlformats.org/drawingml/2006/main">
              <a:ext uri="{FF2B5EF4-FFF2-40B4-BE49-F238E27FC236}">
                <a16:creationId xmlns:a16="http://schemas.microsoft.com/office/drawing/2014/main" id="{FE9FD811-7255-4FF4-901A-D9FA25863DA1}"/>
              </a:ext>
            </a:extLst>
          </p:cNvPr>
          <p:cNvSpPr>
            <a:spLocks xmlns:a="http://schemas.openxmlformats.org/drawingml/2006/main" noGrp="1"/>
          </p:cNvSpPr>
          <p:nvPr/>
        </p:nvSpPr>
        <p:spPr>
          <a:xfrm xmlns:a="http://schemas.openxmlformats.org/drawingml/2006/main">
            <a:off x="4000500" y="59055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975" b="1">
                <a:solidFill>
                  <a:srgbClr val="607284"/>
                </a:solidFill>
                <a:latin typeface="Arial"/>
                <a:ea typeface="Arial"/>
                <a:cs typeface="Arial"/>
              </a:defRPr>
            </a:pPr>
            <a:r>
              <a:rPr sz="975" b="1">
                <a:solidFill>
                  <a:srgbClr val="607284"/>
                </a:solidFill>
                <a:latin typeface="Arial"/>
                <a:ea typeface="Arial"/>
                <a:cs typeface="Arial"/>
              </a:rPr>
              <a:t>Admin dashboard</a:t>
            </a:r>
          </a:p>
        </p:txBody>
      </p:sp>
      <p:sp>
        <p:nvSpPr>
          <p:cNvPr id="18" name="">
            <a:extLst xmlns:a="http://schemas.openxmlformats.org/drawingml/2006/main">
              <a:ext uri="{FF2B5EF4-FFF2-40B4-BE49-F238E27FC236}">
                <a16:creationId xmlns:a16="http://schemas.microsoft.com/office/drawing/2014/main" id="{22AF6097-F92C-4C81-9C5B-C6FD55681BB8}"/>
              </a:ext>
            </a:extLst>
          </p:cNvPr>
          <p:cNvSpPr>
            <a:spLocks xmlns:a="http://schemas.openxmlformats.org/drawingml/2006/main" noGrp="1"/>
          </p:cNvSpPr>
          <p:nvPr/>
        </p:nvSpPr>
        <p:spPr>
          <a:xfrm xmlns:a="http://schemas.openxmlformats.org/drawingml/2006/main">
            <a:off x="7010400" y="1028700"/>
            <a:ext cx="2305050" cy="4819650"/>
          </a:xfrm>
          <a:prstGeom xmlns:a="http://schemas.openxmlformats.org/drawingml/2006/main" prst="roundRect">
            <a:avLst>
              <a:gd name="adj" fmla="val 10331"/>
            </a:avLst>
          </a:prstGeom>
          <a:solidFill xmlns:a="http://schemas.openxmlformats.org/drawingml/2006/main">
            <a:srgbClr val="102A38"/>
          </a:solidFill>
          <a:ln xmlns:a="http://schemas.openxmlformats.org/drawingml/2006/main" w="9525">
            <a:solidFill>
              <a:srgbClr val="102A38"/>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e75c81ae27014c11"/>
          <a:srcRect xmlns:a="http://schemas.openxmlformats.org/drawingml/2006/main" l="16" t="0" r="16" b="0"/>
          <a:stretch xmlns:a="http://schemas.openxmlformats.org/drawingml/2006/main">
            <a:fillRect l="0" t="0" r="0" b="0"/>
          </a:stretch>
        </p:blipFill>
        <p:spPr>
          <a:xfrm xmlns:a="http://schemas.openxmlformats.org/drawingml/2006/main">
            <a:off x="7086600" y="1104900"/>
            <a:ext cx="2152650" cy="4667250"/>
          </a:xfrm>
          <a:prstGeom xmlns:a="http://schemas.openxmlformats.org/drawingml/2006/main" prst="roundRect">
            <a:avLst>
              <a:gd name="adj" fmla="val 7965"/>
            </a:avLst>
          </a:prstGeom>
        </p:spPr>
      </p:pic>
      <p:sp>
        <p:nvSpPr>
          <p:cNvPr id="20" name="">
            <a:extLst xmlns:a="http://schemas.openxmlformats.org/drawingml/2006/main">
              <a:ext uri="{FF2B5EF4-FFF2-40B4-BE49-F238E27FC236}">
                <a16:creationId xmlns:a16="http://schemas.microsoft.com/office/drawing/2014/main" id="{E8119499-B43F-42AD-A8FB-2125936A923B}"/>
              </a:ext>
            </a:extLst>
          </p:cNvPr>
          <p:cNvSpPr>
            <a:spLocks xmlns:a="http://schemas.openxmlformats.org/drawingml/2006/main" noGrp="1"/>
          </p:cNvSpPr>
          <p:nvPr/>
        </p:nvSpPr>
        <p:spPr>
          <a:xfrm xmlns:a="http://schemas.openxmlformats.org/drawingml/2006/main">
            <a:off x="6972300" y="59055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975" b="1">
                <a:solidFill>
                  <a:srgbClr val="607284"/>
                </a:solidFill>
                <a:latin typeface="Arial"/>
                <a:ea typeface="Arial"/>
                <a:cs typeface="Arial"/>
              </a:defRPr>
            </a:pPr>
            <a:r>
              <a:rPr sz="975" b="1">
                <a:solidFill>
                  <a:srgbClr val="607284"/>
                </a:solidFill>
                <a:latin typeface="Arial"/>
                <a:ea typeface="Arial"/>
                <a:cs typeface="Arial"/>
              </a:rPr>
              <a:t>Review queue</a:t>
            </a:r>
          </a:p>
        </p:txBody>
      </p:sp>
      <p:sp>
        <p:nvSpPr>
          <p:cNvPr id="21" name="">
            <a:extLst xmlns:a="http://schemas.openxmlformats.org/drawingml/2006/main">
              <a:ext uri="{FF2B5EF4-FFF2-40B4-BE49-F238E27FC236}">
                <a16:creationId xmlns:a16="http://schemas.microsoft.com/office/drawing/2014/main" id="{972690CE-220B-4CE1-A45B-391C86F80204}"/>
              </a:ext>
            </a:extLst>
          </p:cNvPr>
          <p:cNvSpPr>
            <a:spLocks xmlns:a="http://schemas.openxmlformats.org/drawingml/2006/main" noGrp="1"/>
          </p:cNvSpPr>
          <p:nvPr/>
        </p:nvSpPr>
        <p:spPr>
          <a:xfrm xmlns:a="http://schemas.openxmlformats.org/drawingml/2006/main">
            <a:off x="4191000" y="4333875"/>
            <a:ext cx="2000250" cy="952500"/>
          </a:xfrm>
          <a:prstGeom xmlns:a="http://schemas.openxmlformats.org/drawingml/2006/main" prst="roundRect">
            <a:avLst>
              <a:gd name="adj" fmla="val 8000"/>
            </a:avLst>
          </a:prstGeom>
          <a:noFill xmlns:a="http://schemas.openxmlformats.org/drawingml/2006/main"/>
          <a:ln xmlns:a="http://schemas.openxmlformats.org/drawingml/2006/main" w="28575">
            <a:solidFill>
              <a:srgbClr val="5B4CB8"/>
            </a:solidFill>
            <a:prstDash val="solid"/>
          </a:ln>
        </p:spPr>
      </p:sp>
      <p:sp>
        <p:nvSpPr>
          <p:cNvPr id="22" name="">
            <a:extLst xmlns:a="http://schemas.openxmlformats.org/drawingml/2006/main">
              <a:ext uri="{FF2B5EF4-FFF2-40B4-BE49-F238E27FC236}">
                <a16:creationId xmlns:a16="http://schemas.microsoft.com/office/drawing/2014/main" id="{343367E5-5E06-4E41-A781-D72B8FD35D23}"/>
              </a:ext>
            </a:extLst>
          </p:cNvPr>
          <p:cNvSpPr>
            <a:spLocks xmlns:a="http://schemas.openxmlformats.org/drawingml/2006/main" noGrp="1"/>
          </p:cNvSpPr>
          <p:nvPr/>
        </p:nvSpPr>
        <p:spPr>
          <a:xfrm xmlns:a="http://schemas.openxmlformats.org/drawingml/2006/main">
            <a:off x="6000750" y="4619625"/>
            <a:ext cx="285750" cy="285750"/>
          </a:xfrm>
          <a:prstGeom xmlns:a="http://schemas.openxmlformats.org/drawingml/2006/main" prst="ellipse">
            <a:avLst/>
          </a:prstGeom>
          <a:solidFill xmlns:a="http://schemas.openxmlformats.org/drawingml/2006/main">
            <a:srgbClr val="5B4CB8"/>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1</a:t>
            </a:r>
          </a:p>
        </p:txBody>
      </p:sp>
      <p:sp>
        <p:nvSpPr>
          <p:cNvPr id="23" name="">
            <a:extLst xmlns:a="http://schemas.openxmlformats.org/drawingml/2006/main">
              <a:ext uri="{FF2B5EF4-FFF2-40B4-BE49-F238E27FC236}">
                <a16:creationId xmlns:a16="http://schemas.microsoft.com/office/drawing/2014/main" id="{C8D5D923-A217-4BF4-9864-45D5461F0D34}"/>
              </a:ext>
            </a:extLst>
          </p:cNvPr>
          <p:cNvSpPr>
            <a:spLocks xmlns:a="http://schemas.openxmlformats.org/drawingml/2006/main" noGrp="1"/>
          </p:cNvSpPr>
          <p:nvPr/>
        </p:nvSpPr>
        <p:spPr>
          <a:xfrm xmlns:a="http://schemas.openxmlformats.org/drawingml/2006/main">
            <a:off x="7162800" y="1952625"/>
            <a:ext cx="2000250" cy="904875"/>
          </a:xfrm>
          <a:prstGeom xmlns:a="http://schemas.openxmlformats.org/drawingml/2006/main" prst="roundRect">
            <a:avLst>
              <a:gd name="adj" fmla="val 8421"/>
            </a:avLst>
          </a:prstGeom>
          <a:noFill xmlns:a="http://schemas.openxmlformats.org/drawingml/2006/main"/>
          <a:ln xmlns:a="http://schemas.openxmlformats.org/drawingml/2006/main" w="28575">
            <a:solidFill>
              <a:srgbClr val="5B4CB8"/>
            </a:solidFill>
            <a:prstDash val="solid"/>
          </a:ln>
        </p:spPr>
      </p:sp>
      <p:sp>
        <p:nvSpPr>
          <p:cNvPr id="24" name="">
            <a:extLst xmlns:a="http://schemas.openxmlformats.org/drawingml/2006/main">
              <a:ext uri="{FF2B5EF4-FFF2-40B4-BE49-F238E27FC236}">
                <a16:creationId xmlns:a16="http://schemas.microsoft.com/office/drawing/2014/main" id="{07B4E675-4F1A-47A0-BEAA-DD1396632B3C}"/>
              </a:ext>
            </a:extLst>
          </p:cNvPr>
          <p:cNvSpPr>
            <a:spLocks xmlns:a="http://schemas.openxmlformats.org/drawingml/2006/main" noGrp="1"/>
          </p:cNvSpPr>
          <p:nvPr/>
        </p:nvSpPr>
        <p:spPr>
          <a:xfrm xmlns:a="http://schemas.openxmlformats.org/drawingml/2006/main">
            <a:off x="8972550" y="2190750"/>
            <a:ext cx="285750" cy="285750"/>
          </a:xfrm>
          <a:prstGeom xmlns:a="http://schemas.openxmlformats.org/drawingml/2006/main" prst="ellipse">
            <a:avLst/>
          </a:prstGeom>
          <a:solidFill xmlns:a="http://schemas.openxmlformats.org/drawingml/2006/main">
            <a:srgbClr val="5B4CB8"/>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25" name="">
            <a:extLst xmlns:a="http://schemas.openxmlformats.org/drawingml/2006/main">
              <a:ext uri="{FF2B5EF4-FFF2-40B4-BE49-F238E27FC236}">
                <a16:creationId xmlns:a16="http://schemas.microsoft.com/office/drawing/2014/main" id="{6F72ECDD-2DB5-4741-91E8-FE6FC03F0453}"/>
              </a:ext>
            </a:extLst>
          </p:cNvPr>
          <p:cNvSpPr>
            <a:spLocks xmlns:a="http://schemas.openxmlformats.org/drawingml/2006/main" noGrp="1"/>
          </p:cNvSpPr>
          <p:nvPr/>
        </p:nvSpPr>
        <p:spPr>
          <a:xfrm xmlns:a="http://schemas.openxmlformats.org/drawingml/2006/main">
            <a:off x="7162800" y="4429125"/>
            <a:ext cx="2000250" cy="933450"/>
          </a:xfrm>
          <a:prstGeom xmlns:a="http://schemas.openxmlformats.org/drawingml/2006/main" prst="roundRect">
            <a:avLst>
              <a:gd name="adj" fmla="val 8163"/>
            </a:avLst>
          </a:prstGeom>
          <a:noFill xmlns:a="http://schemas.openxmlformats.org/drawingml/2006/main"/>
          <a:ln xmlns:a="http://schemas.openxmlformats.org/drawingml/2006/main" w="28575">
            <a:solidFill>
              <a:srgbClr val="5B4CB8"/>
            </a:solidFill>
            <a:prstDash val="solid"/>
          </a:ln>
        </p:spPr>
      </p:sp>
      <p:sp>
        <p:nvSpPr>
          <p:cNvPr id="26" name="">
            <a:extLst xmlns:a="http://schemas.openxmlformats.org/drawingml/2006/main">
              <a:ext uri="{FF2B5EF4-FFF2-40B4-BE49-F238E27FC236}">
                <a16:creationId xmlns:a16="http://schemas.microsoft.com/office/drawing/2014/main" id="{2F08C043-EEA0-4690-A673-76EEACFDC304}"/>
              </a:ext>
            </a:extLst>
          </p:cNvPr>
          <p:cNvSpPr>
            <a:spLocks xmlns:a="http://schemas.openxmlformats.org/drawingml/2006/main" noGrp="1"/>
          </p:cNvSpPr>
          <p:nvPr/>
        </p:nvSpPr>
        <p:spPr>
          <a:xfrm xmlns:a="http://schemas.openxmlformats.org/drawingml/2006/main">
            <a:off x="8972550" y="4724400"/>
            <a:ext cx="285750" cy="285750"/>
          </a:xfrm>
          <a:prstGeom xmlns:a="http://schemas.openxmlformats.org/drawingml/2006/main" prst="ellipse">
            <a:avLst/>
          </a:prstGeom>
          <a:solidFill xmlns:a="http://schemas.openxmlformats.org/drawingml/2006/main">
            <a:srgbClr val="5B4CB8"/>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27" name="">
            <a:extLst xmlns:a="http://schemas.openxmlformats.org/drawingml/2006/main">
              <a:ext uri="{FF2B5EF4-FFF2-40B4-BE49-F238E27FC236}">
                <a16:creationId xmlns:a16="http://schemas.microsoft.com/office/drawing/2014/main" id="{E8860A00-FFC5-4205-92B3-D97BA59E85EA}"/>
              </a:ext>
            </a:extLst>
          </p:cNvPr>
          <p:cNvSpPr>
            <a:spLocks xmlns:a="http://schemas.openxmlformats.org/drawingml/2006/main" noGrp="1"/>
          </p:cNvSpPr>
          <p:nvPr/>
        </p:nvSpPr>
        <p:spPr>
          <a:xfrm xmlns:a="http://schemas.openxmlformats.org/drawingml/2006/main">
            <a:off x="9715500" y="209550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5B4CB8"/>
                </a:solidFill>
                <a:latin typeface="Arial"/>
                <a:ea typeface="Arial"/>
                <a:cs typeface="Arial"/>
              </a:defRPr>
            </a:pPr>
            <a:r>
              <a:rPr sz="1200" b="1">
                <a:solidFill>
                  <a:srgbClr val="5B4CB8"/>
                </a:solidFill>
                <a:latin typeface="Arial"/>
                <a:ea typeface="Arial"/>
                <a:cs typeface="Arial"/>
              </a:rPr>
              <a:t>Result</a:t>
            </a:r>
          </a:p>
        </p:txBody>
      </p:sp>
      <p:sp>
        <p:nvSpPr>
          <p:cNvPr id="28" name="">
            <a:extLst xmlns:a="http://schemas.openxmlformats.org/drawingml/2006/main">
              <a:ext uri="{FF2B5EF4-FFF2-40B4-BE49-F238E27FC236}">
                <a16:creationId xmlns:a16="http://schemas.microsoft.com/office/drawing/2014/main" id="{57C9563D-F164-4B08-B0F6-BA7FF5F0DCAC}"/>
              </a:ext>
            </a:extLst>
          </p:cNvPr>
          <p:cNvSpPr>
            <a:spLocks xmlns:a="http://schemas.openxmlformats.org/drawingml/2006/main" noGrp="1"/>
          </p:cNvSpPr>
          <p:nvPr/>
        </p:nvSpPr>
        <p:spPr>
          <a:xfrm xmlns:a="http://schemas.openxmlformats.org/drawingml/2006/main">
            <a:off x="9715500" y="2457450"/>
            <a:ext cx="1905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173042"/>
                </a:solidFill>
                <a:latin typeface="Arial"/>
                <a:ea typeface="Arial"/>
                <a:cs typeface="Arial"/>
              </a:defRPr>
            </a:pPr>
            <a:r>
              <a:rPr sz="1350" b="0">
                <a:solidFill>
                  <a:srgbClr val="173042"/>
                </a:solidFill>
                <a:latin typeface="Arial"/>
                <a:ea typeface="Arial"/>
                <a:cs typeface="Arial"/>
              </a:rPr>
              <a:t>The review step protects the authority queue from unverified or duplicate reports.</a:t>
            </a:r>
          </a:p>
        </p:txBody>
      </p:sp>
      <p:sp>
        <p:nvSpPr>
          <p:cNvPr id="29" name="">
            <a:extLst xmlns:a="http://schemas.openxmlformats.org/drawingml/2006/main">
              <a:ext uri="{FF2B5EF4-FFF2-40B4-BE49-F238E27FC236}">
                <a16:creationId xmlns:a16="http://schemas.microsoft.com/office/drawing/2014/main" id="{56B982F5-CCC2-41A8-ABFD-26BB7AAE3F0E}"/>
              </a:ext>
            </a:extLst>
          </p:cNvPr>
          <p:cNvSpPr>
            <a:spLocks xmlns:a="http://schemas.openxmlformats.org/drawingml/2006/main" noGrp="1"/>
          </p:cNvSpPr>
          <p:nvPr/>
        </p:nvSpPr>
        <p:spPr>
          <a:xfrm xmlns:a="http://schemas.openxmlformats.org/drawingml/2006/main">
            <a:off x="457200" y="655320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825" b="0">
                <a:solidFill>
                  <a:srgbClr val="607284"/>
                </a:solidFill>
                <a:latin typeface="Arial"/>
                <a:ea typeface="Arial"/>
                <a:cs typeface="Arial"/>
              </a:defRPr>
            </a:pPr>
            <a:r>
              <a:rPr sz="825" b="0">
                <a:solidFill>
                  <a:srgbClr val="607284"/>
                </a:solidFill>
                <a:latin typeface="Arial"/>
                <a:ea typeface="Arial"/>
                <a:cs typeface="Arial"/>
              </a:rPr>
              <a:t>Nogor Shomadhan  •  Final user manual</a:t>
            </a:r>
          </a:p>
        </p:txBody>
      </p:sp>
      <p:sp>
        <p:nvSpPr>
          <p:cNvPr id="30" name="">
            <a:extLst xmlns:a="http://schemas.openxmlformats.org/drawingml/2006/main">
              <a:ext uri="{FF2B5EF4-FFF2-40B4-BE49-F238E27FC236}">
                <a16:creationId xmlns:a16="http://schemas.microsoft.com/office/drawing/2014/main" id="{844C88C6-B135-43BC-AFE5-E3468E165D6B}"/>
              </a:ext>
            </a:extLst>
          </p:cNvPr>
          <p:cNvSpPr>
            <a:spLocks xmlns:a="http://schemas.openxmlformats.org/drawingml/2006/main" noGrp="1"/>
          </p:cNvSpPr>
          <p:nvPr/>
        </p:nvSpPr>
        <p:spPr>
          <a:xfrm xmlns:a="http://schemas.openxmlformats.org/drawingml/2006/main">
            <a:off x="11372850" y="65341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900" b="1">
                <a:solidFill>
                  <a:srgbClr val="607284"/>
                </a:solidFill>
                <a:latin typeface="Arial"/>
                <a:ea typeface="Arial"/>
                <a:cs typeface="Arial"/>
              </a:defRPr>
            </a:pPr>
            <a:r>
              <a:rPr sz="900" b="1">
                <a:solidFill>
                  <a:srgbClr val="607284"/>
                </a:solidFill>
                <a:latin typeface="Arial"/>
                <a:ea typeface="Arial"/>
                <a:cs typeface="Arial"/>
              </a:rPr>
              <a:t>6</a:t>
            </a:r>
          </a:p>
        </p:txBody>
      </p:sp>
    </p:spTree>
    <p:extLst>
      <p:ext uri="{BB962C8B-B14F-4D97-AF65-F5344CB8AC3E}">
        <p14:creationId xmlns:p14="http://schemas.microsoft.com/office/powerpoint/2010/main" val="12816937"/>
      </p:ext>
    </p:extLst>
  </p:cSld>
</p:sld>
</file>

<file path=ppt/slides/slide7.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413CDF44-927D-4AE3-B831-F13D4A4B998F}"/>
              </a:ext>
            </a:extLst>
          </p:cNvPr>
          <p:cNvSpPr>
            <a:spLocks xmlns:a="http://schemas.openxmlformats.org/drawingml/2006/main" noGrp="1"/>
          </p:cNvSpPr>
          <p:nvPr/>
        </p:nvSpPr>
        <p:spPr>
          <a:xfrm xmlns:a="http://schemas.openxmlformats.org/drawingml/2006/main">
            <a:off x="381000" y="266700"/>
            <a:ext cx="476250" cy="438150"/>
          </a:xfrm>
          <a:prstGeom xmlns:a="http://schemas.openxmlformats.org/drawingml/2006/main" prst="roundRect">
            <a:avLst>
              <a:gd name="adj" fmla="val 19565"/>
            </a:avLst>
          </a:prstGeom>
          <a:solidFill xmlns:a="http://schemas.openxmlformats.org/drawingml/2006/main">
            <a:srgbClr val="00475E"/>
          </a:solidFill>
          <a:ln xmlns:a="http://schemas.openxmlformats.org/drawingml/2006/main" w="9525">
            <a:solidFill>
              <a:srgbClr val="00475E"/>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6</a:t>
            </a:r>
          </a:p>
        </p:txBody>
      </p:sp>
      <p:sp>
        <p:nvSpPr>
          <p:cNvPr id="2" name="">
            <a:extLst xmlns:a="http://schemas.openxmlformats.org/drawingml/2006/main">
              <a:ext uri="{FF2B5EF4-FFF2-40B4-BE49-F238E27FC236}">
                <a16:creationId xmlns:a16="http://schemas.microsoft.com/office/drawing/2014/main" id="{30544E23-6990-4E0F-9FA3-9CF88EFDCFEC}"/>
              </a:ext>
            </a:extLst>
          </p:cNvPr>
          <p:cNvSpPr>
            <a:spLocks xmlns:a="http://schemas.openxmlformats.org/drawingml/2006/main" noGrp="1"/>
          </p:cNvSpPr>
          <p:nvPr/>
        </p:nvSpPr>
        <p:spPr>
          <a:xfrm xmlns:a="http://schemas.openxmlformats.org/drawingml/2006/main">
            <a:off x="990600" y="238125"/>
            <a:ext cx="828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325" b="1">
                <a:solidFill>
                  <a:srgbClr val="173042"/>
                </a:solidFill>
                <a:latin typeface="Arial"/>
                <a:ea typeface="Arial"/>
                <a:cs typeface="Arial"/>
              </a:defRPr>
            </a:pPr>
            <a:r>
              <a:rPr sz="2325" b="1">
                <a:solidFill>
                  <a:srgbClr val="173042"/>
                </a:solidFill>
                <a:latin typeface="Arial"/>
                <a:ea typeface="Arial"/>
                <a:cs typeface="Arial"/>
              </a:rPr>
              <a:t>Authority dashboard and complaint queue</a:t>
            </a:r>
          </a:p>
        </p:txBody>
      </p:sp>
      <p:sp>
        <p:nvSpPr>
          <p:cNvPr id="3" name="">
            <a:extLst xmlns:a="http://schemas.openxmlformats.org/drawingml/2006/main">
              <a:ext uri="{FF2B5EF4-FFF2-40B4-BE49-F238E27FC236}">
                <a16:creationId xmlns:a16="http://schemas.microsoft.com/office/drawing/2014/main" id="{7E7A3AED-6E78-45A7-8271-7F2AA2B4E44F}"/>
              </a:ext>
            </a:extLst>
          </p:cNvPr>
          <p:cNvSpPr>
            <a:spLocks xmlns:a="http://schemas.openxmlformats.org/drawingml/2006/main" noGrp="1"/>
          </p:cNvSpPr>
          <p:nvPr/>
        </p:nvSpPr>
        <p:spPr>
          <a:xfrm xmlns:a="http://schemas.openxmlformats.org/drawingml/2006/main">
            <a:off x="10420350" y="285750"/>
            <a:ext cx="1181100" cy="323850"/>
          </a:xfrm>
          <a:prstGeom xmlns:a="http://schemas.openxmlformats.org/drawingml/2006/main" prst="roundRect">
            <a:avLst>
              <a:gd name="adj" fmla="val 50000"/>
            </a:avLst>
          </a:prstGeom>
          <a:solidFill xmlns:a="http://schemas.openxmlformats.org/drawingml/2006/main">
            <a:srgbClr val="E1F3E8"/>
          </a:solidFill>
          <a:ln xmlns:a="http://schemas.openxmlformats.org/drawingml/2006/main" w="9525">
            <a:solidFill>
              <a:srgbClr val="E1F3E8"/>
            </a:solidFill>
            <a:prstDash val="solid"/>
          </a:ln>
        </p:spPr>
        <p:txBody>
          <a:bodyPr xmlns:a="http://schemas.openxmlformats.org/drawingml/2006/main" anchor="ctr">
            <a:noAutofit/>
          </a:bodyPr>
          <a:lstStyle xmlns:a="http://schemas.openxmlformats.org/drawingml/2006/main"/>
          <a:p xmlns:a="http://schemas.openxmlformats.org/drawingml/2006/main">
            <a:pPr algn="ctr">
              <a:defRPr sz="1125" b="1">
                <a:solidFill>
                  <a:srgbClr val="26734D"/>
                </a:solidFill>
                <a:latin typeface="Arial"/>
                <a:ea typeface="Arial"/>
                <a:cs typeface="Arial"/>
              </a:defRPr>
            </a:pPr>
            <a:r>
              <a:rPr sz="1125" b="1">
                <a:solidFill>
                  <a:srgbClr val="26734D"/>
                </a:solidFill>
                <a:latin typeface="Arial"/>
                <a:ea typeface="Arial"/>
                <a:cs typeface="Arial"/>
              </a:rPr>
              <a:t>Authority</a:t>
            </a:r>
          </a:p>
        </p:txBody>
      </p:sp>
      <p:sp>
        <p:nvSpPr>
          <p:cNvPr id="4" name="">
            <a:extLst xmlns:a="http://schemas.openxmlformats.org/drawingml/2006/main">
              <a:ext uri="{FF2B5EF4-FFF2-40B4-BE49-F238E27FC236}">
                <a16:creationId xmlns:a16="http://schemas.microsoft.com/office/drawing/2014/main" id="{A88BEEC1-E4BD-42BD-B10E-D8A9DBF5D5F1}"/>
              </a:ext>
            </a:extLst>
          </p:cNvPr>
          <p:cNvSpPr>
            <a:spLocks xmlns:a="http://schemas.openxmlformats.org/drawingml/2006/main" noGrp="1"/>
          </p:cNvSpPr>
          <p:nvPr/>
        </p:nvSpPr>
        <p:spPr>
          <a:xfrm xmlns:a="http://schemas.openxmlformats.org/drawingml/2006/main">
            <a:off x="381000" y="876300"/>
            <a:ext cx="1143000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5" name="">
            <a:extLst xmlns:a="http://schemas.openxmlformats.org/drawingml/2006/main">
              <a:ext uri="{FF2B5EF4-FFF2-40B4-BE49-F238E27FC236}">
                <a16:creationId xmlns:a16="http://schemas.microsoft.com/office/drawing/2014/main" id="{B168935E-1174-48D0-8728-69D4269DDE05}"/>
              </a:ext>
            </a:extLst>
          </p:cNvPr>
          <p:cNvSpPr>
            <a:spLocks xmlns:a="http://schemas.openxmlformats.org/drawingml/2006/main" noGrp="1"/>
          </p:cNvSpPr>
          <p:nvPr/>
        </p:nvSpPr>
        <p:spPr>
          <a:xfrm xmlns:a="http://schemas.openxmlformats.org/drawingml/2006/main">
            <a:off x="419100" y="1314450"/>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9E25AC17-EC70-4AE3-802E-E1B3AFB90775}"/>
              </a:ext>
            </a:extLst>
          </p:cNvPr>
          <p:cNvSpPr>
            <a:spLocks xmlns:a="http://schemas.openxmlformats.org/drawingml/2006/main" noGrp="1"/>
          </p:cNvSpPr>
          <p:nvPr/>
        </p:nvSpPr>
        <p:spPr>
          <a:xfrm xmlns:a="http://schemas.openxmlformats.org/drawingml/2006/main">
            <a:off x="819150" y="1276350"/>
            <a:ext cx="2933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Sign in with a verified authority account.</a:t>
            </a:r>
          </a:p>
        </p:txBody>
      </p:sp>
      <p:sp>
        <p:nvSpPr>
          <p:cNvPr id="7" name="">
            <a:extLst xmlns:a="http://schemas.openxmlformats.org/drawingml/2006/main">
              <a:ext uri="{FF2B5EF4-FFF2-40B4-BE49-F238E27FC236}">
                <a16:creationId xmlns:a16="http://schemas.microsoft.com/office/drawing/2014/main" id="{BF7ECD91-99DC-485F-AA4A-348BA74576FF}"/>
              </a:ext>
            </a:extLst>
          </p:cNvPr>
          <p:cNvSpPr>
            <a:spLocks xmlns:a="http://schemas.openxmlformats.org/drawingml/2006/main" noGrp="1"/>
          </p:cNvSpPr>
          <p:nvPr/>
        </p:nvSpPr>
        <p:spPr>
          <a:xfrm xmlns:a="http://schemas.openxmlformats.org/drawingml/2006/main">
            <a:off x="419100" y="2266950"/>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8" name="">
            <a:extLst xmlns:a="http://schemas.openxmlformats.org/drawingml/2006/main">
              <a:ext uri="{FF2B5EF4-FFF2-40B4-BE49-F238E27FC236}">
                <a16:creationId xmlns:a16="http://schemas.microsoft.com/office/drawing/2014/main" id="{4D185F47-2A92-4DF9-A390-FF3DA7AC0758}"/>
              </a:ext>
            </a:extLst>
          </p:cNvPr>
          <p:cNvSpPr>
            <a:spLocks xmlns:a="http://schemas.openxmlformats.org/drawingml/2006/main" noGrp="1"/>
          </p:cNvSpPr>
          <p:nvPr/>
        </p:nvSpPr>
        <p:spPr>
          <a:xfrm xmlns:a="http://schemas.openxmlformats.org/drawingml/2006/main">
            <a:off x="819150" y="2228850"/>
            <a:ext cx="2933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Review workload counts by current status.</a:t>
            </a:r>
          </a:p>
        </p:txBody>
      </p:sp>
      <p:sp>
        <p:nvSpPr>
          <p:cNvPr id="9" name="">
            <a:extLst xmlns:a="http://schemas.openxmlformats.org/drawingml/2006/main">
              <a:ext uri="{FF2B5EF4-FFF2-40B4-BE49-F238E27FC236}">
                <a16:creationId xmlns:a16="http://schemas.microsoft.com/office/drawing/2014/main" id="{B2769447-9BBE-438E-88F7-37722B6FF36F}"/>
              </a:ext>
            </a:extLst>
          </p:cNvPr>
          <p:cNvSpPr>
            <a:spLocks xmlns:a="http://schemas.openxmlformats.org/drawingml/2006/main" noGrp="1"/>
          </p:cNvSpPr>
          <p:nvPr/>
        </p:nvSpPr>
        <p:spPr>
          <a:xfrm xmlns:a="http://schemas.openxmlformats.org/drawingml/2006/main">
            <a:off x="419100" y="3219450"/>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10" name="">
            <a:extLst xmlns:a="http://schemas.openxmlformats.org/drawingml/2006/main">
              <a:ext uri="{FF2B5EF4-FFF2-40B4-BE49-F238E27FC236}">
                <a16:creationId xmlns:a16="http://schemas.microsoft.com/office/drawing/2014/main" id="{3A82AF31-BE83-44E4-93B0-B5C78757DD96}"/>
              </a:ext>
            </a:extLst>
          </p:cNvPr>
          <p:cNvSpPr>
            <a:spLocks xmlns:a="http://schemas.openxmlformats.org/drawingml/2006/main" noGrp="1"/>
          </p:cNvSpPr>
          <p:nvPr/>
        </p:nvSpPr>
        <p:spPr>
          <a:xfrm xmlns:a="http://schemas.openxmlformats.org/drawingml/2006/main">
            <a:off x="819150" y="3181350"/>
            <a:ext cx="2933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Open All Complaints or use the Complaints tab.</a:t>
            </a:r>
          </a:p>
        </p:txBody>
      </p:sp>
      <p:sp>
        <p:nvSpPr>
          <p:cNvPr id="11" name="">
            <a:extLst xmlns:a="http://schemas.openxmlformats.org/drawingml/2006/main">
              <a:ext uri="{FF2B5EF4-FFF2-40B4-BE49-F238E27FC236}">
                <a16:creationId xmlns:a16="http://schemas.microsoft.com/office/drawing/2014/main" id="{95C8F3EF-8913-470C-9584-B654B1D446EB}"/>
              </a:ext>
            </a:extLst>
          </p:cNvPr>
          <p:cNvSpPr>
            <a:spLocks xmlns:a="http://schemas.openxmlformats.org/drawingml/2006/main" noGrp="1"/>
          </p:cNvSpPr>
          <p:nvPr/>
        </p:nvSpPr>
        <p:spPr>
          <a:xfrm xmlns:a="http://schemas.openxmlformats.org/drawingml/2006/main">
            <a:off x="419100" y="4171950"/>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12" name="">
            <a:extLst xmlns:a="http://schemas.openxmlformats.org/drawingml/2006/main">
              <a:ext uri="{FF2B5EF4-FFF2-40B4-BE49-F238E27FC236}">
                <a16:creationId xmlns:a16="http://schemas.microsoft.com/office/drawing/2014/main" id="{D330DA3A-F192-4991-9EFF-9D50AF6FD773}"/>
              </a:ext>
            </a:extLst>
          </p:cNvPr>
          <p:cNvSpPr>
            <a:spLocks xmlns:a="http://schemas.openxmlformats.org/drawingml/2006/main" noGrp="1"/>
          </p:cNvSpPr>
          <p:nvPr/>
        </p:nvSpPr>
        <p:spPr>
          <a:xfrm xmlns:a="http://schemas.openxmlformats.org/drawingml/2006/main">
            <a:off x="819150" y="4133850"/>
            <a:ext cx="2933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Filter the queue and select the next issue to handle.</a:t>
            </a:r>
          </a:p>
        </p:txBody>
      </p:sp>
      <p:sp>
        <p:nvSpPr>
          <p:cNvPr id="13" name="">
            <a:extLst xmlns:a="http://schemas.openxmlformats.org/drawingml/2006/main">
              <a:ext uri="{FF2B5EF4-FFF2-40B4-BE49-F238E27FC236}">
                <a16:creationId xmlns:a16="http://schemas.microsoft.com/office/drawing/2014/main" id="{F48BCF49-4E86-4FF6-B943-44223CC072BF}"/>
              </a:ext>
            </a:extLst>
          </p:cNvPr>
          <p:cNvSpPr>
            <a:spLocks xmlns:a="http://schemas.openxmlformats.org/drawingml/2006/main" noGrp="1"/>
          </p:cNvSpPr>
          <p:nvPr/>
        </p:nvSpPr>
        <p:spPr>
          <a:xfrm xmlns:a="http://schemas.openxmlformats.org/drawingml/2006/main">
            <a:off x="4038600" y="1028700"/>
            <a:ext cx="2305050" cy="4819650"/>
          </a:xfrm>
          <a:prstGeom xmlns:a="http://schemas.openxmlformats.org/drawingml/2006/main" prst="roundRect">
            <a:avLst>
              <a:gd name="adj" fmla="val 10331"/>
            </a:avLst>
          </a:prstGeom>
          <a:solidFill xmlns:a="http://schemas.openxmlformats.org/drawingml/2006/main">
            <a:srgbClr val="102A38"/>
          </a:solidFill>
          <a:ln xmlns:a="http://schemas.openxmlformats.org/drawingml/2006/main" w="9525">
            <a:solidFill>
              <a:srgbClr val="102A38"/>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d1472aece07e4d5b"/>
          <a:srcRect xmlns:a="http://schemas.openxmlformats.org/drawingml/2006/main" l="16" t="0" r="16" b="0"/>
          <a:stretch xmlns:a="http://schemas.openxmlformats.org/drawingml/2006/main">
            <a:fillRect l="0" t="0" r="0" b="0"/>
          </a:stretch>
        </p:blipFill>
        <p:spPr>
          <a:xfrm xmlns:a="http://schemas.openxmlformats.org/drawingml/2006/main">
            <a:off x="4114800" y="1104900"/>
            <a:ext cx="2152650" cy="4667250"/>
          </a:xfrm>
          <a:prstGeom xmlns:a="http://schemas.openxmlformats.org/drawingml/2006/main" prst="roundRect">
            <a:avLst>
              <a:gd name="adj" fmla="val 7965"/>
            </a:avLst>
          </a:prstGeom>
        </p:spPr>
      </p:pic>
      <p:sp>
        <p:nvSpPr>
          <p:cNvPr id="15" name="">
            <a:extLst xmlns:a="http://schemas.openxmlformats.org/drawingml/2006/main">
              <a:ext uri="{FF2B5EF4-FFF2-40B4-BE49-F238E27FC236}">
                <a16:creationId xmlns:a16="http://schemas.microsoft.com/office/drawing/2014/main" id="{C62C71E1-B266-4370-8A27-9C4FFAC72E6C}"/>
              </a:ext>
            </a:extLst>
          </p:cNvPr>
          <p:cNvSpPr>
            <a:spLocks xmlns:a="http://schemas.openxmlformats.org/drawingml/2006/main" noGrp="1"/>
          </p:cNvSpPr>
          <p:nvPr/>
        </p:nvSpPr>
        <p:spPr>
          <a:xfrm xmlns:a="http://schemas.openxmlformats.org/drawingml/2006/main">
            <a:off x="4000500" y="59055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975" b="1">
                <a:solidFill>
                  <a:srgbClr val="607284"/>
                </a:solidFill>
                <a:latin typeface="Arial"/>
                <a:ea typeface="Arial"/>
                <a:cs typeface="Arial"/>
              </a:defRPr>
            </a:pPr>
            <a:r>
              <a:rPr sz="975" b="1">
                <a:solidFill>
                  <a:srgbClr val="607284"/>
                </a:solidFill>
                <a:latin typeface="Arial"/>
                <a:ea typeface="Arial"/>
                <a:cs typeface="Arial"/>
              </a:rPr>
              <a:t>Authority dashboard</a:t>
            </a:r>
          </a:p>
        </p:txBody>
      </p:sp>
      <p:sp>
        <p:nvSpPr>
          <p:cNvPr id="16" name="">
            <a:extLst xmlns:a="http://schemas.openxmlformats.org/drawingml/2006/main">
              <a:ext uri="{FF2B5EF4-FFF2-40B4-BE49-F238E27FC236}">
                <a16:creationId xmlns:a16="http://schemas.microsoft.com/office/drawing/2014/main" id="{B6E56A03-9EA6-4486-8C7E-76EE43B9C817}"/>
              </a:ext>
            </a:extLst>
          </p:cNvPr>
          <p:cNvSpPr>
            <a:spLocks xmlns:a="http://schemas.openxmlformats.org/drawingml/2006/main" noGrp="1"/>
          </p:cNvSpPr>
          <p:nvPr/>
        </p:nvSpPr>
        <p:spPr>
          <a:xfrm xmlns:a="http://schemas.openxmlformats.org/drawingml/2006/main">
            <a:off x="7010400" y="1028700"/>
            <a:ext cx="2305050" cy="4819650"/>
          </a:xfrm>
          <a:prstGeom xmlns:a="http://schemas.openxmlformats.org/drawingml/2006/main" prst="roundRect">
            <a:avLst>
              <a:gd name="adj" fmla="val 10331"/>
            </a:avLst>
          </a:prstGeom>
          <a:solidFill xmlns:a="http://schemas.openxmlformats.org/drawingml/2006/main">
            <a:srgbClr val="102A38"/>
          </a:solidFill>
          <a:ln xmlns:a="http://schemas.openxmlformats.org/drawingml/2006/main" w="9525">
            <a:solidFill>
              <a:srgbClr val="102A38"/>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7afce530449b4413"/>
          <a:srcRect xmlns:a="http://schemas.openxmlformats.org/drawingml/2006/main" l="16" t="0" r="16" b="0"/>
          <a:stretch xmlns:a="http://schemas.openxmlformats.org/drawingml/2006/main">
            <a:fillRect l="0" t="0" r="0" b="0"/>
          </a:stretch>
        </p:blipFill>
        <p:spPr>
          <a:xfrm xmlns:a="http://schemas.openxmlformats.org/drawingml/2006/main">
            <a:off x="7086600" y="1104900"/>
            <a:ext cx="2152650" cy="4667250"/>
          </a:xfrm>
          <a:prstGeom xmlns:a="http://schemas.openxmlformats.org/drawingml/2006/main" prst="roundRect">
            <a:avLst>
              <a:gd name="adj" fmla="val 7965"/>
            </a:avLst>
          </a:prstGeom>
        </p:spPr>
      </p:pic>
      <p:sp>
        <p:nvSpPr>
          <p:cNvPr id="18" name="">
            <a:extLst xmlns:a="http://schemas.openxmlformats.org/drawingml/2006/main">
              <a:ext uri="{FF2B5EF4-FFF2-40B4-BE49-F238E27FC236}">
                <a16:creationId xmlns:a16="http://schemas.microsoft.com/office/drawing/2014/main" id="{683CD4F5-CBE5-4C16-B899-74E3AFBB14F5}"/>
              </a:ext>
            </a:extLst>
          </p:cNvPr>
          <p:cNvSpPr>
            <a:spLocks xmlns:a="http://schemas.openxmlformats.org/drawingml/2006/main" noGrp="1"/>
          </p:cNvSpPr>
          <p:nvPr/>
        </p:nvSpPr>
        <p:spPr>
          <a:xfrm xmlns:a="http://schemas.openxmlformats.org/drawingml/2006/main">
            <a:off x="6972300" y="59055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975" b="1">
                <a:solidFill>
                  <a:srgbClr val="607284"/>
                </a:solidFill>
                <a:latin typeface="Arial"/>
                <a:ea typeface="Arial"/>
                <a:cs typeface="Arial"/>
              </a:defRPr>
            </a:pPr>
            <a:r>
              <a:rPr sz="975" b="1">
                <a:solidFill>
                  <a:srgbClr val="607284"/>
                </a:solidFill>
                <a:latin typeface="Arial"/>
                <a:ea typeface="Arial"/>
                <a:cs typeface="Arial"/>
              </a:rPr>
              <a:t>Complaint queue</a:t>
            </a:r>
          </a:p>
        </p:txBody>
      </p:sp>
      <p:sp>
        <p:nvSpPr>
          <p:cNvPr id="19" name="">
            <a:extLst xmlns:a="http://schemas.openxmlformats.org/drawingml/2006/main">
              <a:ext uri="{FF2B5EF4-FFF2-40B4-BE49-F238E27FC236}">
                <a16:creationId xmlns:a16="http://schemas.microsoft.com/office/drawing/2014/main" id="{57B9E974-2FCE-4354-92A7-E32CA79B6C2E}"/>
              </a:ext>
            </a:extLst>
          </p:cNvPr>
          <p:cNvSpPr>
            <a:spLocks xmlns:a="http://schemas.openxmlformats.org/drawingml/2006/main" noGrp="1"/>
          </p:cNvSpPr>
          <p:nvPr/>
        </p:nvSpPr>
        <p:spPr>
          <a:xfrm xmlns:a="http://schemas.openxmlformats.org/drawingml/2006/main">
            <a:off x="4191000" y="1809750"/>
            <a:ext cx="2000250" cy="1381125"/>
          </a:xfrm>
          <a:prstGeom xmlns:a="http://schemas.openxmlformats.org/drawingml/2006/main" prst="roundRect">
            <a:avLst>
              <a:gd name="adj" fmla="val 5517"/>
            </a:avLst>
          </a:prstGeom>
          <a:noFill xmlns:a="http://schemas.openxmlformats.org/drawingml/2006/main"/>
          <a:ln xmlns:a="http://schemas.openxmlformats.org/drawingml/2006/main" w="28575">
            <a:solidFill>
              <a:srgbClr val="26734D"/>
            </a:solidFill>
            <a:prstDash val="solid"/>
          </a:ln>
        </p:spPr>
      </p:sp>
      <p:sp>
        <p:nvSpPr>
          <p:cNvPr id="20" name="">
            <a:extLst xmlns:a="http://schemas.openxmlformats.org/drawingml/2006/main">
              <a:ext uri="{FF2B5EF4-FFF2-40B4-BE49-F238E27FC236}">
                <a16:creationId xmlns:a16="http://schemas.microsoft.com/office/drawing/2014/main" id="{FC8C28A7-0C22-40F6-86CC-B2746AEC78A0}"/>
              </a:ext>
            </a:extLst>
          </p:cNvPr>
          <p:cNvSpPr>
            <a:spLocks xmlns:a="http://schemas.openxmlformats.org/drawingml/2006/main" noGrp="1"/>
          </p:cNvSpPr>
          <p:nvPr/>
        </p:nvSpPr>
        <p:spPr>
          <a:xfrm xmlns:a="http://schemas.openxmlformats.org/drawingml/2006/main">
            <a:off x="6000750" y="2038350"/>
            <a:ext cx="285750" cy="285750"/>
          </a:xfrm>
          <a:prstGeom xmlns:a="http://schemas.openxmlformats.org/drawingml/2006/main" prst="ellipse">
            <a:avLst/>
          </a:prstGeom>
          <a:solidFill xmlns:a="http://schemas.openxmlformats.org/drawingml/2006/main">
            <a:srgbClr val="26734D"/>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21" name="">
            <a:extLst xmlns:a="http://schemas.openxmlformats.org/drawingml/2006/main">
              <a:ext uri="{FF2B5EF4-FFF2-40B4-BE49-F238E27FC236}">
                <a16:creationId xmlns:a16="http://schemas.microsoft.com/office/drawing/2014/main" id="{011F4D7D-4B1D-448C-A6AD-E84876186B28}"/>
              </a:ext>
            </a:extLst>
          </p:cNvPr>
          <p:cNvSpPr>
            <a:spLocks xmlns:a="http://schemas.openxmlformats.org/drawingml/2006/main" noGrp="1"/>
          </p:cNvSpPr>
          <p:nvPr/>
        </p:nvSpPr>
        <p:spPr>
          <a:xfrm xmlns:a="http://schemas.openxmlformats.org/drawingml/2006/main">
            <a:off x="5476875" y="1104900"/>
            <a:ext cx="714375" cy="361950"/>
          </a:xfrm>
          <a:prstGeom xmlns:a="http://schemas.openxmlformats.org/drawingml/2006/main" prst="roundRect">
            <a:avLst>
              <a:gd name="adj" fmla="val 21053"/>
            </a:avLst>
          </a:prstGeom>
          <a:noFill xmlns:a="http://schemas.openxmlformats.org/drawingml/2006/main"/>
          <a:ln xmlns:a="http://schemas.openxmlformats.org/drawingml/2006/main" w="28575">
            <a:solidFill>
              <a:srgbClr val="26734D"/>
            </a:solidFill>
            <a:prstDash val="solid"/>
          </a:ln>
        </p:spPr>
      </p:sp>
      <p:sp>
        <p:nvSpPr>
          <p:cNvPr id="22" name="">
            <a:extLst xmlns:a="http://schemas.openxmlformats.org/drawingml/2006/main">
              <a:ext uri="{FF2B5EF4-FFF2-40B4-BE49-F238E27FC236}">
                <a16:creationId xmlns:a16="http://schemas.microsoft.com/office/drawing/2014/main" id="{B0168FAA-F9AA-4AE3-B3E8-32C9F618A38C}"/>
              </a:ext>
            </a:extLst>
          </p:cNvPr>
          <p:cNvSpPr>
            <a:spLocks xmlns:a="http://schemas.openxmlformats.org/drawingml/2006/main" noGrp="1"/>
          </p:cNvSpPr>
          <p:nvPr/>
        </p:nvSpPr>
        <p:spPr>
          <a:xfrm xmlns:a="http://schemas.openxmlformats.org/drawingml/2006/main">
            <a:off x="6000750" y="1123950"/>
            <a:ext cx="285750" cy="285750"/>
          </a:xfrm>
          <a:prstGeom xmlns:a="http://schemas.openxmlformats.org/drawingml/2006/main" prst="ellipse">
            <a:avLst/>
          </a:prstGeom>
          <a:solidFill xmlns:a="http://schemas.openxmlformats.org/drawingml/2006/main">
            <a:srgbClr val="26734D"/>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23" name="">
            <a:extLst xmlns:a="http://schemas.openxmlformats.org/drawingml/2006/main">
              <a:ext uri="{FF2B5EF4-FFF2-40B4-BE49-F238E27FC236}">
                <a16:creationId xmlns:a16="http://schemas.microsoft.com/office/drawing/2014/main" id="{EBA33789-DCDA-456A-A89C-DCA33E10CDD8}"/>
              </a:ext>
            </a:extLst>
          </p:cNvPr>
          <p:cNvSpPr>
            <a:spLocks xmlns:a="http://schemas.openxmlformats.org/drawingml/2006/main" noGrp="1"/>
          </p:cNvSpPr>
          <p:nvPr/>
        </p:nvSpPr>
        <p:spPr>
          <a:xfrm xmlns:a="http://schemas.openxmlformats.org/drawingml/2006/main">
            <a:off x="7162800" y="2743200"/>
            <a:ext cx="2000250" cy="1714500"/>
          </a:xfrm>
          <a:prstGeom xmlns:a="http://schemas.openxmlformats.org/drawingml/2006/main" prst="roundRect">
            <a:avLst>
              <a:gd name="adj" fmla="val 4444"/>
            </a:avLst>
          </a:prstGeom>
          <a:noFill xmlns:a="http://schemas.openxmlformats.org/drawingml/2006/main"/>
          <a:ln xmlns:a="http://schemas.openxmlformats.org/drawingml/2006/main" w="28575">
            <a:solidFill>
              <a:srgbClr val="26734D"/>
            </a:solidFill>
            <a:prstDash val="solid"/>
          </a:ln>
        </p:spPr>
      </p:sp>
      <p:sp>
        <p:nvSpPr>
          <p:cNvPr id="24" name="">
            <a:extLst xmlns:a="http://schemas.openxmlformats.org/drawingml/2006/main">
              <a:ext uri="{FF2B5EF4-FFF2-40B4-BE49-F238E27FC236}">
                <a16:creationId xmlns:a16="http://schemas.microsoft.com/office/drawing/2014/main" id="{70441331-6677-41AE-955E-AD6CC01B142E}"/>
              </a:ext>
            </a:extLst>
          </p:cNvPr>
          <p:cNvSpPr>
            <a:spLocks xmlns:a="http://schemas.openxmlformats.org/drawingml/2006/main" noGrp="1"/>
          </p:cNvSpPr>
          <p:nvPr/>
        </p:nvSpPr>
        <p:spPr>
          <a:xfrm xmlns:a="http://schemas.openxmlformats.org/drawingml/2006/main">
            <a:off x="8972550" y="3028950"/>
            <a:ext cx="285750" cy="285750"/>
          </a:xfrm>
          <a:prstGeom xmlns:a="http://schemas.openxmlformats.org/drawingml/2006/main" prst="ellipse">
            <a:avLst/>
          </a:prstGeom>
          <a:solidFill xmlns:a="http://schemas.openxmlformats.org/drawingml/2006/main">
            <a:srgbClr val="26734D"/>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25" name="">
            <a:extLst xmlns:a="http://schemas.openxmlformats.org/drawingml/2006/main">
              <a:ext uri="{FF2B5EF4-FFF2-40B4-BE49-F238E27FC236}">
                <a16:creationId xmlns:a16="http://schemas.microsoft.com/office/drawing/2014/main" id="{A0721873-96ED-4D39-A138-8464BB0831F7}"/>
              </a:ext>
            </a:extLst>
          </p:cNvPr>
          <p:cNvSpPr>
            <a:spLocks xmlns:a="http://schemas.openxmlformats.org/drawingml/2006/main" noGrp="1"/>
          </p:cNvSpPr>
          <p:nvPr/>
        </p:nvSpPr>
        <p:spPr>
          <a:xfrm xmlns:a="http://schemas.openxmlformats.org/drawingml/2006/main">
            <a:off x="9620250" y="1714500"/>
            <a:ext cx="200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125" b="1">
                <a:solidFill>
                  <a:srgbClr val="B9681C"/>
                </a:solidFill>
                <a:latin typeface="Arial"/>
                <a:ea typeface="Arial"/>
                <a:cs typeface="Arial"/>
              </a:defRPr>
            </a:pPr>
            <a:r>
              <a:rPr sz="1125" b="1">
                <a:solidFill>
                  <a:srgbClr val="B9681C"/>
                </a:solidFill>
                <a:latin typeface="Arial"/>
                <a:ea typeface="Arial"/>
                <a:cs typeface="Arial"/>
              </a:rPr>
              <a:t>Recommended live demo</a:t>
            </a:r>
          </a:p>
        </p:txBody>
      </p:sp>
      <p:sp>
        <p:nvSpPr>
          <p:cNvPr id="26" name="">
            <a:extLst xmlns:a="http://schemas.openxmlformats.org/drawingml/2006/main">
              <a:ext uri="{FF2B5EF4-FFF2-40B4-BE49-F238E27FC236}">
                <a16:creationId xmlns:a16="http://schemas.microsoft.com/office/drawing/2014/main" id="{8817A542-1948-4CB6-8B2F-6D5C8A301AA1}"/>
              </a:ext>
            </a:extLst>
          </p:cNvPr>
          <p:cNvSpPr>
            <a:spLocks xmlns:a="http://schemas.openxmlformats.org/drawingml/2006/main" noGrp="1"/>
          </p:cNvSpPr>
          <p:nvPr/>
        </p:nvSpPr>
        <p:spPr>
          <a:xfrm xmlns:a="http://schemas.openxmlformats.org/drawingml/2006/main">
            <a:off x="9620250" y="2095500"/>
            <a:ext cx="2000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173042"/>
                </a:solidFill>
                <a:latin typeface="Arial"/>
                <a:ea typeface="Arial"/>
                <a:cs typeface="Arial"/>
              </a:defRPr>
            </a:pPr>
            <a:r>
              <a:rPr sz="1350" b="0">
                <a:solidFill>
                  <a:srgbClr val="173042"/>
                </a:solidFill>
                <a:latin typeface="Arial"/>
                <a:ea typeface="Arial"/>
                <a:cs typeface="Arial"/>
              </a:rPr>
              <a:t>Open one In Progress complaint with evidence already loaded.</a:t>
            </a:r>
          </a:p>
        </p:txBody>
      </p:sp>
      <p:sp>
        <p:nvSpPr>
          <p:cNvPr id="27" name="">
            <a:extLst xmlns:a="http://schemas.openxmlformats.org/drawingml/2006/main">
              <a:ext uri="{FF2B5EF4-FFF2-40B4-BE49-F238E27FC236}">
                <a16:creationId xmlns:a16="http://schemas.microsoft.com/office/drawing/2014/main" id="{F5546768-902F-449D-98B4-2E0B83C460F7}"/>
              </a:ext>
            </a:extLst>
          </p:cNvPr>
          <p:cNvSpPr>
            <a:spLocks xmlns:a="http://schemas.openxmlformats.org/drawingml/2006/main" noGrp="1"/>
          </p:cNvSpPr>
          <p:nvPr/>
        </p:nvSpPr>
        <p:spPr>
          <a:xfrm xmlns:a="http://schemas.openxmlformats.org/drawingml/2006/main">
            <a:off x="457200" y="655320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825" b="0">
                <a:solidFill>
                  <a:srgbClr val="607284"/>
                </a:solidFill>
                <a:latin typeface="Arial"/>
                <a:ea typeface="Arial"/>
                <a:cs typeface="Arial"/>
              </a:defRPr>
            </a:pPr>
            <a:r>
              <a:rPr sz="825" b="0">
                <a:solidFill>
                  <a:srgbClr val="607284"/>
                </a:solidFill>
                <a:latin typeface="Arial"/>
                <a:ea typeface="Arial"/>
                <a:cs typeface="Arial"/>
              </a:rPr>
              <a:t>Nogor Shomadhan  •  Final user manual</a:t>
            </a:r>
          </a:p>
        </p:txBody>
      </p:sp>
      <p:sp>
        <p:nvSpPr>
          <p:cNvPr id="28" name="">
            <a:extLst xmlns:a="http://schemas.openxmlformats.org/drawingml/2006/main">
              <a:ext uri="{FF2B5EF4-FFF2-40B4-BE49-F238E27FC236}">
                <a16:creationId xmlns:a16="http://schemas.microsoft.com/office/drawing/2014/main" id="{17BB9508-2333-443E-9CF1-3A213A64CBB2}"/>
              </a:ext>
            </a:extLst>
          </p:cNvPr>
          <p:cNvSpPr>
            <a:spLocks xmlns:a="http://schemas.openxmlformats.org/drawingml/2006/main" noGrp="1"/>
          </p:cNvSpPr>
          <p:nvPr/>
        </p:nvSpPr>
        <p:spPr>
          <a:xfrm xmlns:a="http://schemas.openxmlformats.org/drawingml/2006/main">
            <a:off x="11372850" y="65341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900" b="1">
                <a:solidFill>
                  <a:srgbClr val="607284"/>
                </a:solidFill>
                <a:latin typeface="Arial"/>
                <a:ea typeface="Arial"/>
                <a:cs typeface="Arial"/>
              </a:defRPr>
            </a:pPr>
            <a:r>
              <a:rPr sz="900" b="1">
                <a:solidFill>
                  <a:srgbClr val="607284"/>
                </a:solidFill>
                <a:latin typeface="Arial"/>
                <a:ea typeface="Arial"/>
                <a:cs typeface="Arial"/>
              </a:rPr>
              <a:t>7</a:t>
            </a:r>
          </a:p>
        </p:txBody>
      </p:sp>
    </p:spTree>
    <p:extLst>
      <p:ext uri="{BB962C8B-B14F-4D97-AF65-F5344CB8AC3E}">
        <p14:creationId xmlns:p14="http://schemas.microsoft.com/office/powerpoint/2010/main" val="487473567"/>
      </p:ext>
    </p:extLst>
  </p:cSld>
</p:sld>
</file>

<file path=ppt/slides/slide8.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5447C44F-4D83-4B9E-84F6-87943E8B8464}"/>
              </a:ext>
            </a:extLst>
          </p:cNvPr>
          <p:cNvSpPr>
            <a:spLocks xmlns:a="http://schemas.openxmlformats.org/drawingml/2006/main" noGrp="1"/>
          </p:cNvSpPr>
          <p:nvPr/>
        </p:nvSpPr>
        <p:spPr>
          <a:xfrm xmlns:a="http://schemas.openxmlformats.org/drawingml/2006/main">
            <a:off x="381000" y="266700"/>
            <a:ext cx="476250" cy="438150"/>
          </a:xfrm>
          <a:prstGeom xmlns:a="http://schemas.openxmlformats.org/drawingml/2006/main" prst="roundRect">
            <a:avLst>
              <a:gd name="adj" fmla="val 19565"/>
            </a:avLst>
          </a:prstGeom>
          <a:solidFill xmlns:a="http://schemas.openxmlformats.org/drawingml/2006/main">
            <a:srgbClr val="00475E"/>
          </a:solidFill>
          <a:ln xmlns:a="http://schemas.openxmlformats.org/drawingml/2006/main" w="9525">
            <a:solidFill>
              <a:srgbClr val="00475E"/>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7</a:t>
            </a:r>
          </a:p>
        </p:txBody>
      </p:sp>
      <p:sp>
        <p:nvSpPr>
          <p:cNvPr id="2" name="">
            <a:extLst xmlns:a="http://schemas.openxmlformats.org/drawingml/2006/main">
              <a:ext uri="{FF2B5EF4-FFF2-40B4-BE49-F238E27FC236}">
                <a16:creationId xmlns:a16="http://schemas.microsoft.com/office/drawing/2014/main" id="{032AB8A7-B6A0-42BE-A8C9-C05AF84A3C63}"/>
              </a:ext>
            </a:extLst>
          </p:cNvPr>
          <p:cNvSpPr>
            <a:spLocks xmlns:a="http://schemas.openxmlformats.org/drawingml/2006/main" noGrp="1"/>
          </p:cNvSpPr>
          <p:nvPr/>
        </p:nvSpPr>
        <p:spPr>
          <a:xfrm xmlns:a="http://schemas.openxmlformats.org/drawingml/2006/main">
            <a:off x="990600" y="238125"/>
            <a:ext cx="828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325" b="1">
                <a:solidFill>
                  <a:srgbClr val="173042"/>
                </a:solidFill>
                <a:latin typeface="Arial"/>
                <a:ea typeface="Arial"/>
                <a:cs typeface="Arial"/>
              </a:defRPr>
            </a:pPr>
            <a:r>
              <a:rPr sz="2325" b="1">
                <a:solidFill>
                  <a:srgbClr val="173042"/>
                </a:solidFill>
                <a:latin typeface="Arial"/>
                <a:ea typeface="Arial"/>
                <a:cs typeface="Arial"/>
              </a:rPr>
              <a:t>Reviewing an assigned complaint</a:t>
            </a:r>
          </a:p>
        </p:txBody>
      </p:sp>
      <p:sp>
        <p:nvSpPr>
          <p:cNvPr id="3" name="">
            <a:extLst xmlns:a="http://schemas.openxmlformats.org/drawingml/2006/main">
              <a:ext uri="{FF2B5EF4-FFF2-40B4-BE49-F238E27FC236}">
                <a16:creationId xmlns:a16="http://schemas.microsoft.com/office/drawing/2014/main" id="{C128B57B-F579-40CD-B8FA-EB3FFF536457}"/>
              </a:ext>
            </a:extLst>
          </p:cNvPr>
          <p:cNvSpPr>
            <a:spLocks xmlns:a="http://schemas.openxmlformats.org/drawingml/2006/main" noGrp="1"/>
          </p:cNvSpPr>
          <p:nvPr/>
        </p:nvSpPr>
        <p:spPr>
          <a:xfrm xmlns:a="http://schemas.openxmlformats.org/drawingml/2006/main">
            <a:off x="10420350" y="285750"/>
            <a:ext cx="1181100" cy="323850"/>
          </a:xfrm>
          <a:prstGeom xmlns:a="http://schemas.openxmlformats.org/drawingml/2006/main" prst="roundRect">
            <a:avLst>
              <a:gd name="adj" fmla="val 50000"/>
            </a:avLst>
          </a:prstGeom>
          <a:solidFill xmlns:a="http://schemas.openxmlformats.org/drawingml/2006/main">
            <a:srgbClr val="E1F3E8"/>
          </a:solidFill>
          <a:ln xmlns:a="http://schemas.openxmlformats.org/drawingml/2006/main" w="9525">
            <a:solidFill>
              <a:srgbClr val="E1F3E8"/>
            </a:solidFill>
            <a:prstDash val="solid"/>
          </a:ln>
        </p:spPr>
        <p:txBody>
          <a:bodyPr xmlns:a="http://schemas.openxmlformats.org/drawingml/2006/main" anchor="ctr">
            <a:noAutofit/>
          </a:bodyPr>
          <a:lstStyle xmlns:a="http://schemas.openxmlformats.org/drawingml/2006/main"/>
          <a:p xmlns:a="http://schemas.openxmlformats.org/drawingml/2006/main">
            <a:pPr algn="ctr">
              <a:defRPr sz="1125" b="1">
                <a:solidFill>
                  <a:srgbClr val="26734D"/>
                </a:solidFill>
                <a:latin typeface="Arial"/>
                <a:ea typeface="Arial"/>
                <a:cs typeface="Arial"/>
              </a:defRPr>
            </a:pPr>
            <a:r>
              <a:rPr sz="1125" b="1">
                <a:solidFill>
                  <a:srgbClr val="26734D"/>
                </a:solidFill>
                <a:latin typeface="Arial"/>
                <a:ea typeface="Arial"/>
                <a:cs typeface="Arial"/>
              </a:rPr>
              <a:t>Authority</a:t>
            </a:r>
          </a:p>
        </p:txBody>
      </p:sp>
      <p:sp>
        <p:nvSpPr>
          <p:cNvPr id="4" name="">
            <a:extLst xmlns:a="http://schemas.openxmlformats.org/drawingml/2006/main">
              <a:ext uri="{FF2B5EF4-FFF2-40B4-BE49-F238E27FC236}">
                <a16:creationId xmlns:a16="http://schemas.microsoft.com/office/drawing/2014/main" id="{9F01AE72-03E7-4F40-A8C9-CF33BE206112}"/>
              </a:ext>
            </a:extLst>
          </p:cNvPr>
          <p:cNvSpPr>
            <a:spLocks xmlns:a="http://schemas.openxmlformats.org/drawingml/2006/main" noGrp="1"/>
          </p:cNvSpPr>
          <p:nvPr/>
        </p:nvSpPr>
        <p:spPr>
          <a:xfrm xmlns:a="http://schemas.openxmlformats.org/drawingml/2006/main">
            <a:off x="381000" y="876300"/>
            <a:ext cx="1143000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5" name="">
            <a:extLst xmlns:a="http://schemas.openxmlformats.org/drawingml/2006/main">
              <a:ext uri="{FF2B5EF4-FFF2-40B4-BE49-F238E27FC236}">
                <a16:creationId xmlns:a16="http://schemas.microsoft.com/office/drawing/2014/main" id="{233830F5-BDBB-47AC-AF16-F2A17F241758}"/>
              </a:ext>
            </a:extLst>
          </p:cNvPr>
          <p:cNvSpPr>
            <a:spLocks xmlns:a="http://schemas.openxmlformats.org/drawingml/2006/main" noGrp="1"/>
          </p:cNvSpPr>
          <p:nvPr/>
        </p:nvSpPr>
        <p:spPr>
          <a:xfrm xmlns:a="http://schemas.openxmlformats.org/drawingml/2006/main">
            <a:off x="438150" y="1162050"/>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5BA760A4-03A4-42E4-99D0-93F2D787D06C}"/>
              </a:ext>
            </a:extLst>
          </p:cNvPr>
          <p:cNvSpPr>
            <a:spLocks xmlns:a="http://schemas.openxmlformats.org/drawingml/2006/main" noGrp="1"/>
          </p:cNvSpPr>
          <p:nvPr/>
        </p:nvSpPr>
        <p:spPr>
          <a:xfrm xmlns:a="http://schemas.openxmlformats.org/drawingml/2006/main">
            <a:off x="838200" y="1123950"/>
            <a:ext cx="34099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Confirm the status, category, and complaint description.</a:t>
            </a:r>
          </a:p>
        </p:txBody>
      </p:sp>
      <p:sp>
        <p:nvSpPr>
          <p:cNvPr id="7" name="">
            <a:extLst xmlns:a="http://schemas.openxmlformats.org/drawingml/2006/main">
              <a:ext uri="{FF2B5EF4-FFF2-40B4-BE49-F238E27FC236}">
                <a16:creationId xmlns:a16="http://schemas.microsoft.com/office/drawing/2014/main" id="{B69E2FF6-67F5-4B28-9BBC-5B463C707000}"/>
              </a:ext>
            </a:extLst>
          </p:cNvPr>
          <p:cNvSpPr>
            <a:spLocks xmlns:a="http://schemas.openxmlformats.org/drawingml/2006/main" noGrp="1"/>
          </p:cNvSpPr>
          <p:nvPr/>
        </p:nvSpPr>
        <p:spPr>
          <a:xfrm xmlns:a="http://schemas.openxmlformats.org/drawingml/2006/main">
            <a:off x="438150" y="2047875"/>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8" name="">
            <a:extLst xmlns:a="http://schemas.openxmlformats.org/drawingml/2006/main">
              <a:ext uri="{FF2B5EF4-FFF2-40B4-BE49-F238E27FC236}">
                <a16:creationId xmlns:a16="http://schemas.microsoft.com/office/drawing/2014/main" id="{7BF456E1-D1B9-4DA4-8521-A55E86586DDE}"/>
              </a:ext>
            </a:extLst>
          </p:cNvPr>
          <p:cNvSpPr>
            <a:spLocks xmlns:a="http://schemas.openxmlformats.org/drawingml/2006/main" noGrp="1"/>
          </p:cNvSpPr>
          <p:nvPr/>
        </p:nvSpPr>
        <p:spPr>
          <a:xfrm xmlns:a="http://schemas.openxmlformats.org/drawingml/2006/main">
            <a:off x="838200" y="2009775"/>
            <a:ext cx="34099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Check the address and nearby location details.</a:t>
            </a:r>
          </a:p>
        </p:txBody>
      </p:sp>
      <p:sp>
        <p:nvSpPr>
          <p:cNvPr id="9" name="">
            <a:extLst xmlns:a="http://schemas.openxmlformats.org/drawingml/2006/main">
              <a:ext uri="{FF2B5EF4-FFF2-40B4-BE49-F238E27FC236}">
                <a16:creationId xmlns:a16="http://schemas.microsoft.com/office/drawing/2014/main" id="{7E4F9995-9AC6-47EC-8ADD-07EFEF3903AA}"/>
              </a:ext>
            </a:extLst>
          </p:cNvPr>
          <p:cNvSpPr>
            <a:spLocks xmlns:a="http://schemas.openxmlformats.org/drawingml/2006/main" noGrp="1"/>
          </p:cNvSpPr>
          <p:nvPr/>
        </p:nvSpPr>
        <p:spPr>
          <a:xfrm xmlns:a="http://schemas.openxmlformats.org/drawingml/2006/main">
            <a:off x="438150" y="2933700"/>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10" name="">
            <a:extLst xmlns:a="http://schemas.openxmlformats.org/drawingml/2006/main">
              <a:ext uri="{FF2B5EF4-FFF2-40B4-BE49-F238E27FC236}">
                <a16:creationId xmlns:a16="http://schemas.microsoft.com/office/drawing/2014/main" id="{62A13D75-9028-4E40-9471-ACDD60385BCC}"/>
              </a:ext>
            </a:extLst>
          </p:cNvPr>
          <p:cNvSpPr>
            <a:spLocks xmlns:a="http://schemas.openxmlformats.org/drawingml/2006/main" noGrp="1"/>
          </p:cNvSpPr>
          <p:nvPr/>
        </p:nvSpPr>
        <p:spPr>
          <a:xfrm xmlns:a="http://schemas.openxmlformats.org/drawingml/2006/main">
            <a:off x="838200" y="2895600"/>
            <a:ext cx="34099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Review the resident’s original evidence.</a:t>
            </a:r>
          </a:p>
        </p:txBody>
      </p:sp>
      <p:sp>
        <p:nvSpPr>
          <p:cNvPr id="11" name="">
            <a:extLst xmlns:a="http://schemas.openxmlformats.org/drawingml/2006/main">
              <a:ext uri="{FF2B5EF4-FFF2-40B4-BE49-F238E27FC236}">
                <a16:creationId xmlns:a16="http://schemas.microsoft.com/office/drawing/2014/main" id="{9DAD30D2-2704-435A-995C-2FDCAE5AEA96}"/>
              </a:ext>
            </a:extLst>
          </p:cNvPr>
          <p:cNvSpPr>
            <a:spLocks xmlns:a="http://schemas.openxmlformats.org/drawingml/2006/main" noGrp="1"/>
          </p:cNvSpPr>
          <p:nvPr/>
        </p:nvSpPr>
        <p:spPr>
          <a:xfrm xmlns:a="http://schemas.openxmlformats.org/drawingml/2006/main">
            <a:off x="438150" y="3819525"/>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12" name="">
            <a:extLst xmlns:a="http://schemas.openxmlformats.org/drawingml/2006/main">
              <a:ext uri="{FF2B5EF4-FFF2-40B4-BE49-F238E27FC236}">
                <a16:creationId xmlns:a16="http://schemas.microsoft.com/office/drawing/2014/main" id="{BC89A05E-F338-43B4-8C50-C62DA631E4A9}"/>
              </a:ext>
            </a:extLst>
          </p:cNvPr>
          <p:cNvSpPr>
            <a:spLocks xmlns:a="http://schemas.openxmlformats.org/drawingml/2006/main" noGrp="1"/>
          </p:cNvSpPr>
          <p:nvPr/>
        </p:nvSpPr>
        <p:spPr>
          <a:xfrm xmlns:a="http://schemas.openxmlformats.org/drawingml/2006/main">
            <a:off x="838200" y="3781425"/>
            <a:ext cx="34099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Verify assignment, estimated budget, and deadline.</a:t>
            </a:r>
          </a:p>
        </p:txBody>
      </p:sp>
      <p:sp>
        <p:nvSpPr>
          <p:cNvPr id="13" name="">
            <a:extLst xmlns:a="http://schemas.openxmlformats.org/drawingml/2006/main">
              <a:ext uri="{FF2B5EF4-FFF2-40B4-BE49-F238E27FC236}">
                <a16:creationId xmlns:a16="http://schemas.microsoft.com/office/drawing/2014/main" id="{217825FF-AA8E-49D7-A63B-27EB3ED1F123}"/>
              </a:ext>
            </a:extLst>
          </p:cNvPr>
          <p:cNvSpPr>
            <a:spLocks xmlns:a="http://schemas.openxmlformats.org/drawingml/2006/main" noGrp="1"/>
          </p:cNvSpPr>
          <p:nvPr/>
        </p:nvSpPr>
        <p:spPr>
          <a:xfrm xmlns:a="http://schemas.openxmlformats.org/drawingml/2006/main">
            <a:off x="438150" y="4705350"/>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5</a:t>
            </a:r>
          </a:p>
        </p:txBody>
      </p:sp>
      <p:sp>
        <p:nvSpPr>
          <p:cNvPr id="14" name="">
            <a:extLst xmlns:a="http://schemas.openxmlformats.org/drawingml/2006/main">
              <a:ext uri="{FF2B5EF4-FFF2-40B4-BE49-F238E27FC236}">
                <a16:creationId xmlns:a16="http://schemas.microsoft.com/office/drawing/2014/main" id="{DE204DD2-8E65-42D0-A420-6571E392B2EB}"/>
              </a:ext>
            </a:extLst>
          </p:cNvPr>
          <p:cNvSpPr>
            <a:spLocks xmlns:a="http://schemas.openxmlformats.org/drawingml/2006/main" noGrp="1"/>
          </p:cNvSpPr>
          <p:nvPr/>
        </p:nvSpPr>
        <p:spPr>
          <a:xfrm xmlns:a="http://schemas.openxmlformats.org/drawingml/2006/main">
            <a:off x="838200" y="4667250"/>
            <a:ext cx="34099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Use the work history to understand earlier actions.</a:t>
            </a:r>
          </a:p>
        </p:txBody>
      </p:sp>
      <p:sp>
        <p:nvSpPr>
          <p:cNvPr id="15" name="">
            <a:extLst xmlns:a="http://schemas.openxmlformats.org/drawingml/2006/main">
              <a:ext uri="{FF2B5EF4-FFF2-40B4-BE49-F238E27FC236}">
                <a16:creationId xmlns:a16="http://schemas.microsoft.com/office/drawing/2014/main" id="{4AB88116-BA5E-4149-A159-84C5F06C3941}"/>
              </a:ext>
            </a:extLst>
          </p:cNvPr>
          <p:cNvSpPr>
            <a:spLocks xmlns:a="http://schemas.openxmlformats.org/drawingml/2006/main" noGrp="1"/>
          </p:cNvSpPr>
          <p:nvPr/>
        </p:nvSpPr>
        <p:spPr>
          <a:xfrm xmlns:a="http://schemas.openxmlformats.org/drawingml/2006/main">
            <a:off x="5143500" y="1028700"/>
            <a:ext cx="2552700" cy="5353050"/>
          </a:xfrm>
          <a:prstGeom xmlns:a="http://schemas.openxmlformats.org/drawingml/2006/main" prst="roundRect">
            <a:avLst>
              <a:gd name="adj" fmla="val 9328"/>
            </a:avLst>
          </a:prstGeom>
          <a:solidFill xmlns:a="http://schemas.openxmlformats.org/drawingml/2006/main">
            <a:srgbClr val="102A38"/>
          </a:solidFill>
          <a:ln xmlns:a="http://schemas.openxmlformats.org/drawingml/2006/main" w="9525">
            <a:solidFill>
              <a:srgbClr val="102A38"/>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c7366f7dc51749f6"/>
          <a:srcRect xmlns:a="http://schemas.openxmlformats.org/drawingml/2006/main" l="0" t="18" r="0" b="18"/>
          <a:stretch xmlns:a="http://schemas.openxmlformats.org/drawingml/2006/main">
            <a:fillRect l="0" t="0" r="0" b="0"/>
          </a:stretch>
        </p:blipFill>
        <p:spPr>
          <a:xfrm xmlns:a="http://schemas.openxmlformats.org/drawingml/2006/main">
            <a:off x="5219700" y="1104900"/>
            <a:ext cx="2400300" cy="5200650"/>
          </a:xfrm>
          <a:prstGeom xmlns:a="http://schemas.openxmlformats.org/drawingml/2006/main" prst="roundRect">
            <a:avLst>
              <a:gd name="adj" fmla="val 7143"/>
            </a:avLst>
          </a:prstGeom>
        </p:spPr>
      </p:pic>
      <p:sp>
        <p:nvSpPr>
          <p:cNvPr id="17" name="">
            <a:extLst xmlns:a="http://schemas.openxmlformats.org/drawingml/2006/main">
              <a:ext uri="{FF2B5EF4-FFF2-40B4-BE49-F238E27FC236}">
                <a16:creationId xmlns:a16="http://schemas.microsoft.com/office/drawing/2014/main" id="{244AD1EF-E437-4E0F-B803-E4D4F548043B}"/>
              </a:ext>
            </a:extLst>
          </p:cNvPr>
          <p:cNvSpPr>
            <a:spLocks xmlns:a="http://schemas.openxmlformats.org/drawingml/2006/main" noGrp="1"/>
          </p:cNvSpPr>
          <p:nvPr/>
        </p:nvSpPr>
        <p:spPr>
          <a:xfrm xmlns:a="http://schemas.openxmlformats.org/drawingml/2006/main">
            <a:off x="5105400" y="6438900"/>
            <a:ext cx="2628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975" b="1">
                <a:solidFill>
                  <a:srgbClr val="607284"/>
                </a:solidFill>
                <a:latin typeface="Arial"/>
                <a:ea typeface="Arial"/>
                <a:cs typeface="Arial"/>
              </a:defRPr>
            </a:pPr>
            <a:r>
              <a:rPr sz="975" b="1">
                <a:solidFill>
                  <a:srgbClr val="607284"/>
                </a:solidFill>
                <a:latin typeface="Arial"/>
                <a:ea typeface="Arial"/>
                <a:cs typeface="Arial"/>
              </a:rPr>
              <a:t>Complaint overview</a:t>
            </a:r>
          </a:p>
        </p:txBody>
      </p:sp>
      <p:sp>
        <p:nvSpPr>
          <p:cNvPr id="18" name="">
            <a:extLst xmlns:a="http://schemas.openxmlformats.org/drawingml/2006/main">
              <a:ext uri="{FF2B5EF4-FFF2-40B4-BE49-F238E27FC236}">
                <a16:creationId xmlns:a16="http://schemas.microsoft.com/office/drawing/2014/main" id="{1D4AF03F-E5A2-4007-8457-B5ED042E9271}"/>
              </a:ext>
            </a:extLst>
          </p:cNvPr>
          <p:cNvSpPr>
            <a:spLocks xmlns:a="http://schemas.openxmlformats.org/drawingml/2006/main" noGrp="1"/>
          </p:cNvSpPr>
          <p:nvPr/>
        </p:nvSpPr>
        <p:spPr>
          <a:xfrm xmlns:a="http://schemas.openxmlformats.org/drawingml/2006/main">
            <a:off x="5295900" y="1181100"/>
            <a:ext cx="2247900" cy="1000125"/>
          </a:xfrm>
          <a:prstGeom xmlns:a="http://schemas.openxmlformats.org/drawingml/2006/main" prst="roundRect">
            <a:avLst>
              <a:gd name="adj" fmla="val 7619"/>
            </a:avLst>
          </a:prstGeom>
          <a:noFill xmlns:a="http://schemas.openxmlformats.org/drawingml/2006/main"/>
          <a:ln xmlns:a="http://schemas.openxmlformats.org/drawingml/2006/main" w="28575">
            <a:solidFill>
              <a:srgbClr val="26734D"/>
            </a:solidFill>
            <a:prstDash val="solid"/>
          </a:ln>
        </p:spPr>
      </p:sp>
      <p:sp>
        <p:nvSpPr>
          <p:cNvPr id="19" name="">
            <a:extLst xmlns:a="http://schemas.openxmlformats.org/drawingml/2006/main">
              <a:ext uri="{FF2B5EF4-FFF2-40B4-BE49-F238E27FC236}">
                <a16:creationId xmlns:a16="http://schemas.microsoft.com/office/drawing/2014/main" id="{8985608F-16FD-4C63-B674-49D11D65EE59}"/>
              </a:ext>
            </a:extLst>
          </p:cNvPr>
          <p:cNvSpPr>
            <a:spLocks xmlns:a="http://schemas.openxmlformats.org/drawingml/2006/main" noGrp="1"/>
          </p:cNvSpPr>
          <p:nvPr/>
        </p:nvSpPr>
        <p:spPr>
          <a:xfrm xmlns:a="http://schemas.openxmlformats.org/drawingml/2006/main">
            <a:off x="7353300" y="1276350"/>
            <a:ext cx="285750" cy="285750"/>
          </a:xfrm>
          <a:prstGeom xmlns:a="http://schemas.openxmlformats.org/drawingml/2006/main" prst="ellipse">
            <a:avLst/>
          </a:prstGeom>
          <a:solidFill xmlns:a="http://schemas.openxmlformats.org/drawingml/2006/main">
            <a:srgbClr val="26734D"/>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1</a:t>
            </a:r>
          </a:p>
        </p:txBody>
      </p:sp>
      <p:sp>
        <p:nvSpPr>
          <p:cNvPr id="20" name="">
            <a:extLst xmlns:a="http://schemas.openxmlformats.org/drawingml/2006/main">
              <a:ext uri="{FF2B5EF4-FFF2-40B4-BE49-F238E27FC236}">
                <a16:creationId xmlns:a16="http://schemas.microsoft.com/office/drawing/2014/main" id="{ED3049D9-DC1C-4381-A83D-9FF0941B5FC8}"/>
              </a:ext>
            </a:extLst>
          </p:cNvPr>
          <p:cNvSpPr>
            <a:spLocks xmlns:a="http://schemas.openxmlformats.org/drawingml/2006/main" noGrp="1"/>
          </p:cNvSpPr>
          <p:nvPr/>
        </p:nvSpPr>
        <p:spPr>
          <a:xfrm xmlns:a="http://schemas.openxmlformats.org/drawingml/2006/main">
            <a:off x="5295900" y="2762250"/>
            <a:ext cx="2247900" cy="1638300"/>
          </a:xfrm>
          <a:prstGeom xmlns:a="http://schemas.openxmlformats.org/drawingml/2006/main" prst="roundRect">
            <a:avLst>
              <a:gd name="adj" fmla="val 4651"/>
            </a:avLst>
          </a:prstGeom>
          <a:noFill xmlns:a="http://schemas.openxmlformats.org/drawingml/2006/main"/>
          <a:ln xmlns:a="http://schemas.openxmlformats.org/drawingml/2006/main" w="28575">
            <a:solidFill>
              <a:srgbClr val="26734D"/>
            </a:solidFill>
            <a:prstDash val="solid"/>
          </a:ln>
        </p:spPr>
      </p:sp>
      <p:sp>
        <p:nvSpPr>
          <p:cNvPr id="21" name="">
            <a:extLst xmlns:a="http://schemas.openxmlformats.org/drawingml/2006/main">
              <a:ext uri="{FF2B5EF4-FFF2-40B4-BE49-F238E27FC236}">
                <a16:creationId xmlns:a16="http://schemas.microsoft.com/office/drawing/2014/main" id="{C04E074B-D9D3-44EB-BC8F-0D95B86B10FD}"/>
              </a:ext>
            </a:extLst>
          </p:cNvPr>
          <p:cNvSpPr>
            <a:spLocks xmlns:a="http://schemas.openxmlformats.org/drawingml/2006/main" noGrp="1"/>
          </p:cNvSpPr>
          <p:nvPr/>
        </p:nvSpPr>
        <p:spPr>
          <a:xfrm xmlns:a="http://schemas.openxmlformats.org/drawingml/2006/main">
            <a:off x="7353300" y="3048000"/>
            <a:ext cx="285750" cy="285750"/>
          </a:xfrm>
          <a:prstGeom xmlns:a="http://schemas.openxmlformats.org/drawingml/2006/main" prst="ellipse">
            <a:avLst/>
          </a:prstGeom>
          <a:solidFill xmlns:a="http://schemas.openxmlformats.org/drawingml/2006/main">
            <a:srgbClr val="26734D"/>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22" name="">
            <a:extLst xmlns:a="http://schemas.openxmlformats.org/drawingml/2006/main">
              <a:ext uri="{FF2B5EF4-FFF2-40B4-BE49-F238E27FC236}">
                <a16:creationId xmlns:a16="http://schemas.microsoft.com/office/drawing/2014/main" id="{5C19E875-9ACE-4A5D-89ED-6CB434F10844}"/>
              </a:ext>
            </a:extLst>
          </p:cNvPr>
          <p:cNvSpPr>
            <a:spLocks xmlns:a="http://schemas.openxmlformats.org/drawingml/2006/main" noGrp="1"/>
          </p:cNvSpPr>
          <p:nvPr/>
        </p:nvSpPr>
        <p:spPr>
          <a:xfrm xmlns:a="http://schemas.openxmlformats.org/drawingml/2006/main">
            <a:off x="5295900" y="4572000"/>
            <a:ext cx="2247900" cy="1428750"/>
          </a:xfrm>
          <a:prstGeom xmlns:a="http://schemas.openxmlformats.org/drawingml/2006/main" prst="roundRect">
            <a:avLst>
              <a:gd name="adj" fmla="val 5333"/>
            </a:avLst>
          </a:prstGeom>
          <a:noFill xmlns:a="http://schemas.openxmlformats.org/drawingml/2006/main"/>
          <a:ln xmlns:a="http://schemas.openxmlformats.org/drawingml/2006/main" w="28575">
            <a:solidFill>
              <a:srgbClr val="26734D"/>
            </a:solidFill>
            <a:prstDash val="solid"/>
          </a:ln>
        </p:spPr>
      </p:sp>
      <p:sp>
        <p:nvSpPr>
          <p:cNvPr id="23" name="">
            <a:extLst xmlns:a="http://schemas.openxmlformats.org/drawingml/2006/main">
              <a:ext uri="{FF2B5EF4-FFF2-40B4-BE49-F238E27FC236}">
                <a16:creationId xmlns:a16="http://schemas.microsoft.com/office/drawing/2014/main" id="{0469AEC5-7085-4972-A396-130302893BC2}"/>
              </a:ext>
            </a:extLst>
          </p:cNvPr>
          <p:cNvSpPr>
            <a:spLocks xmlns:a="http://schemas.openxmlformats.org/drawingml/2006/main" noGrp="1"/>
          </p:cNvSpPr>
          <p:nvPr/>
        </p:nvSpPr>
        <p:spPr>
          <a:xfrm xmlns:a="http://schemas.openxmlformats.org/drawingml/2006/main">
            <a:off x="7353300" y="4829175"/>
            <a:ext cx="285750" cy="285750"/>
          </a:xfrm>
          <a:prstGeom xmlns:a="http://schemas.openxmlformats.org/drawingml/2006/main" prst="ellipse">
            <a:avLst/>
          </a:prstGeom>
          <a:solidFill xmlns:a="http://schemas.openxmlformats.org/drawingml/2006/main">
            <a:srgbClr val="26734D"/>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24" name="">
            <a:extLst xmlns:a="http://schemas.openxmlformats.org/drawingml/2006/main">
              <a:ext uri="{FF2B5EF4-FFF2-40B4-BE49-F238E27FC236}">
                <a16:creationId xmlns:a16="http://schemas.microsoft.com/office/drawing/2014/main" id="{B1133C47-76EF-4DF2-9632-ECDA1C61C242}"/>
              </a:ext>
            </a:extLst>
          </p:cNvPr>
          <p:cNvSpPr>
            <a:spLocks xmlns:a="http://schemas.openxmlformats.org/drawingml/2006/main" noGrp="1"/>
          </p:cNvSpPr>
          <p:nvPr/>
        </p:nvSpPr>
        <p:spPr>
          <a:xfrm xmlns:a="http://schemas.openxmlformats.org/drawingml/2006/main">
            <a:off x="8191500" y="163830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26734D"/>
                </a:solidFill>
                <a:latin typeface="Arial"/>
                <a:ea typeface="Arial"/>
                <a:cs typeface="Arial"/>
              </a:defRPr>
            </a:pPr>
            <a:r>
              <a:rPr sz="1200" b="1">
                <a:solidFill>
                  <a:srgbClr val="26734D"/>
                </a:solidFill>
                <a:latin typeface="Arial"/>
                <a:ea typeface="Arial"/>
                <a:cs typeface="Arial"/>
              </a:rPr>
              <a:t>Before updating status</a:t>
            </a:r>
          </a:p>
        </p:txBody>
      </p:sp>
      <p:sp>
        <p:nvSpPr>
          <p:cNvPr id="25" name="">
            <a:extLst xmlns:a="http://schemas.openxmlformats.org/drawingml/2006/main">
              <a:ext uri="{FF2B5EF4-FFF2-40B4-BE49-F238E27FC236}">
                <a16:creationId xmlns:a16="http://schemas.microsoft.com/office/drawing/2014/main" id="{FB63E86D-667C-46A9-B1BD-F2F8F88E6B1C}"/>
              </a:ext>
            </a:extLst>
          </p:cNvPr>
          <p:cNvSpPr>
            <a:spLocks xmlns:a="http://schemas.openxmlformats.org/drawingml/2006/main" noGrp="1"/>
          </p:cNvSpPr>
          <p:nvPr/>
        </p:nvSpPr>
        <p:spPr>
          <a:xfrm xmlns:a="http://schemas.openxmlformats.org/drawingml/2006/main">
            <a:off x="8191500" y="2038350"/>
            <a:ext cx="28575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425" b="0">
                <a:solidFill>
                  <a:srgbClr val="173042"/>
                </a:solidFill>
                <a:latin typeface="Arial"/>
                <a:ea typeface="Arial"/>
                <a:cs typeface="Arial"/>
              </a:defRPr>
            </a:pPr>
            <a:r>
              <a:rPr sz="1425" b="0">
                <a:solidFill>
                  <a:srgbClr val="173042"/>
                </a:solidFill>
                <a:latin typeface="Arial"/>
                <a:ea typeface="Arial"/>
                <a:cs typeface="Arial"/>
              </a:rPr>
              <a:t>Confirm that the report and location describe the same issue shown in the evidence photo.</a:t>
            </a:r>
          </a:p>
        </p:txBody>
      </p:sp>
      <p:sp>
        <p:nvSpPr>
          <p:cNvPr id="26" name="">
            <a:extLst xmlns:a="http://schemas.openxmlformats.org/drawingml/2006/main">
              <a:ext uri="{FF2B5EF4-FFF2-40B4-BE49-F238E27FC236}">
                <a16:creationId xmlns:a16="http://schemas.microsoft.com/office/drawing/2014/main" id="{3B56D397-C82C-4DCF-A4E3-C50BB9C45AEF}"/>
              </a:ext>
            </a:extLst>
          </p:cNvPr>
          <p:cNvSpPr>
            <a:spLocks xmlns:a="http://schemas.openxmlformats.org/drawingml/2006/main" noGrp="1"/>
          </p:cNvSpPr>
          <p:nvPr/>
        </p:nvSpPr>
        <p:spPr>
          <a:xfrm xmlns:a="http://schemas.openxmlformats.org/drawingml/2006/main">
            <a:off x="457200" y="655320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825" b="0">
                <a:solidFill>
                  <a:srgbClr val="607284"/>
                </a:solidFill>
                <a:latin typeface="Arial"/>
                <a:ea typeface="Arial"/>
                <a:cs typeface="Arial"/>
              </a:defRPr>
            </a:pPr>
            <a:r>
              <a:rPr sz="825" b="0">
                <a:solidFill>
                  <a:srgbClr val="607284"/>
                </a:solidFill>
                <a:latin typeface="Arial"/>
                <a:ea typeface="Arial"/>
                <a:cs typeface="Arial"/>
              </a:rPr>
              <a:t>Nogor Shomadhan  •  Final user manual</a:t>
            </a:r>
          </a:p>
        </p:txBody>
      </p:sp>
      <p:sp>
        <p:nvSpPr>
          <p:cNvPr id="27" name="">
            <a:extLst xmlns:a="http://schemas.openxmlformats.org/drawingml/2006/main">
              <a:ext uri="{FF2B5EF4-FFF2-40B4-BE49-F238E27FC236}">
                <a16:creationId xmlns:a16="http://schemas.microsoft.com/office/drawing/2014/main" id="{F6247237-BB73-4F47-A4AA-C171D52BC9ED}"/>
              </a:ext>
            </a:extLst>
          </p:cNvPr>
          <p:cNvSpPr>
            <a:spLocks xmlns:a="http://schemas.openxmlformats.org/drawingml/2006/main" noGrp="1"/>
          </p:cNvSpPr>
          <p:nvPr/>
        </p:nvSpPr>
        <p:spPr>
          <a:xfrm xmlns:a="http://schemas.openxmlformats.org/drawingml/2006/main">
            <a:off x="11372850" y="65341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900" b="1">
                <a:solidFill>
                  <a:srgbClr val="607284"/>
                </a:solidFill>
                <a:latin typeface="Arial"/>
                <a:ea typeface="Arial"/>
                <a:cs typeface="Arial"/>
              </a:defRPr>
            </a:pPr>
            <a:r>
              <a:rPr sz="900" b="1">
                <a:solidFill>
                  <a:srgbClr val="607284"/>
                </a:solidFill>
                <a:latin typeface="Arial"/>
                <a:ea typeface="Arial"/>
                <a:cs typeface="Arial"/>
              </a:rPr>
              <a:t>8</a:t>
            </a:r>
          </a:p>
        </p:txBody>
      </p:sp>
    </p:spTree>
    <p:extLst>
      <p:ext uri="{BB962C8B-B14F-4D97-AF65-F5344CB8AC3E}">
        <p14:creationId xmlns:p14="http://schemas.microsoft.com/office/powerpoint/2010/main" val="1395841949"/>
      </p:ext>
    </p:extLst>
  </p:cSld>
</p:sld>
</file>

<file path=ppt/slides/slide9.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79BF3DD5-ED36-4EA1-822C-A5C60CAD4A63}"/>
              </a:ext>
            </a:extLst>
          </p:cNvPr>
          <p:cNvSpPr>
            <a:spLocks xmlns:a="http://schemas.openxmlformats.org/drawingml/2006/main" noGrp="1"/>
          </p:cNvSpPr>
          <p:nvPr/>
        </p:nvSpPr>
        <p:spPr>
          <a:xfrm xmlns:a="http://schemas.openxmlformats.org/drawingml/2006/main">
            <a:off x="381000" y="266700"/>
            <a:ext cx="476250" cy="438150"/>
          </a:xfrm>
          <a:prstGeom xmlns:a="http://schemas.openxmlformats.org/drawingml/2006/main" prst="roundRect">
            <a:avLst>
              <a:gd name="adj" fmla="val 19565"/>
            </a:avLst>
          </a:prstGeom>
          <a:solidFill xmlns:a="http://schemas.openxmlformats.org/drawingml/2006/main">
            <a:srgbClr val="00475E"/>
          </a:solidFill>
          <a:ln xmlns:a="http://schemas.openxmlformats.org/drawingml/2006/main" w="9525">
            <a:solidFill>
              <a:srgbClr val="00475E"/>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8</a:t>
            </a:r>
          </a:p>
        </p:txBody>
      </p:sp>
      <p:sp>
        <p:nvSpPr>
          <p:cNvPr id="2" name="">
            <a:extLst xmlns:a="http://schemas.openxmlformats.org/drawingml/2006/main">
              <a:ext uri="{FF2B5EF4-FFF2-40B4-BE49-F238E27FC236}">
                <a16:creationId xmlns:a16="http://schemas.microsoft.com/office/drawing/2014/main" id="{7EEF0521-BA71-48D0-A09E-6907028FF774}"/>
              </a:ext>
            </a:extLst>
          </p:cNvPr>
          <p:cNvSpPr>
            <a:spLocks xmlns:a="http://schemas.openxmlformats.org/drawingml/2006/main" noGrp="1"/>
          </p:cNvSpPr>
          <p:nvPr/>
        </p:nvSpPr>
        <p:spPr>
          <a:xfrm xmlns:a="http://schemas.openxmlformats.org/drawingml/2006/main">
            <a:off x="990600" y="238125"/>
            <a:ext cx="828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325" b="1">
                <a:solidFill>
                  <a:srgbClr val="173042"/>
                </a:solidFill>
                <a:latin typeface="Arial"/>
                <a:ea typeface="Arial"/>
                <a:cs typeface="Arial"/>
              </a:defRPr>
            </a:pPr>
            <a:r>
              <a:rPr sz="2325" b="1">
                <a:solidFill>
                  <a:srgbClr val="173042"/>
                </a:solidFill>
                <a:latin typeface="Arial"/>
                <a:ea typeface="Arial"/>
                <a:cs typeface="Arial"/>
              </a:rPr>
              <a:t>Recording work progress</a:t>
            </a:r>
          </a:p>
        </p:txBody>
      </p:sp>
      <p:sp>
        <p:nvSpPr>
          <p:cNvPr id="3" name="">
            <a:extLst xmlns:a="http://schemas.openxmlformats.org/drawingml/2006/main">
              <a:ext uri="{FF2B5EF4-FFF2-40B4-BE49-F238E27FC236}">
                <a16:creationId xmlns:a16="http://schemas.microsoft.com/office/drawing/2014/main" id="{B92A6F6E-A44C-4001-A8C6-442429920921}"/>
              </a:ext>
            </a:extLst>
          </p:cNvPr>
          <p:cNvSpPr>
            <a:spLocks xmlns:a="http://schemas.openxmlformats.org/drawingml/2006/main" noGrp="1"/>
          </p:cNvSpPr>
          <p:nvPr/>
        </p:nvSpPr>
        <p:spPr>
          <a:xfrm xmlns:a="http://schemas.openxmlformats.org/drawingml/2006/main">
            <a:off x="10420350" y="285750"/>
            <a:ext cx="1181100" cy="323850"/>
          </a:xfrm>
          <a:prstGeom xmlns:a="http://schemas.openxmlformats.org/drawingml/2006/main" prst="roundRect">
            <a:avLst>
              <a:gd name="adj" fmla="val 50000"/>
            </a:avLst>
          </a:prstGeom>
          <a:solidFill xmlns:a="http://schemas.openxmlformats.org/drawingml/2006/main">
            <a:srgbClr val="E1F3E8"/>
          </a:solidFill>
          <a:ln xmlns:a="http://schemas.openxmlformats.org/drawingml/2006/main" w="9525">
            <a:solidFill>
              <a:srgbClr val="E1F3E8"/>
            </a:solidFill>
            <a:prstDash val="solid"/>
          </a:ln>
        </p:spPr>
        <p:txBody>
          <a:bodyPr xmlns:a="http://schemas.openxmlformats.org/drawingml/2006/main" anchor="ctr">
            <a:noAutofit/>
          </a:bodyPr>
          <a:lstStyle xmlns:a="http://schemas.openxmlformats.org/drawingml/2006/main"/>
          <a:p xmlns:a="http://schemas.openxmlformats.org/drawingml/2006/main">
            <a:pPr algn="ctr">
              <a:defRPr sz="1125" b="1">
                <a:solidFill>
                  <a:srgbClr val="26734D"/>
                </a:solidFill>
                <a:latin typeface="Arial"/>
                <a:ea typeface="Arial"/>
                <a:cs typeface="Arial"/>
              </a:defRPr>
            </a:pPr>
            <a:r>
              <a:rPr sz="1125" b="1">
                <a:solidFill>
                  <a:srgbClr val="26734D"/>
                </a:solidFill>
                <a:latin typeface="Arial"/>
                <a:ea typeface="Arial"/>
                <a:cs typeface="Arial"/>
              </a:rPr>
              <a:t>Authority</a:t>
            </a:r>
          </a:p>
        </p:txBody>
      </p:sp>
      <p:sp>
        <p:nvSpPr>
          <p:cNvPr id="4" name="">
            <a:extLst xmlns:a="http://schemas.openxmlformats.org/drawingml/2006/main">
              <a:ext uri="{FF2B5EF4-FFF2-40B4-BE49-F238E27FC236}">
                <a16:creationId xmlns:a16="http://schemas.microsoft.com/office/drawing/2014/main" id="{3B62541D-A3C7-41AD-A1A2-37BF5AA4D861}"/>
              </a:ext>
            </a:extLst>
          </p:cNvPr>
          <p:cNvSpPr>
            <a:spLocks xmlns:a="http://schemas.openxmlformats.org/drawingml/2006/main" noGrp="1"/>
          </p:cNvSpPr>
          <p:nvPr/>
        </p:nvSpPr>
        <p:spPr>
          <a:xfrm xmlns:a="http://schemas.openxmlformats.org/drawingml/2006/main">
            <a:off x="381000" y="876300"/>
            <a:ext cx="1143000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5" name="">
            <a:extLst xmlns:a="http://schemas.openxmlformats.org/drawingml/2006/main">
              <a:ext uri="{FF2B5EF4-FFF2-40B4-BE49-F238E27FC236}">
                <a16:creationId xmlns:a16="http://schemas.microsoft.com/office/drawing/2014/main" id="{8C323244-FA8A-4E60-9932-CBDFBF6167E9}"/>
              </a:ext>
            </a:extLst>
          </p:cNvPr>
          <p:cNvSpPr>
            <a:spLocks xmlns:a="http://schemas.openxmlformats.org/drawingml/2006/main" noGrp="1"/>
          </p:cNvSpPr>
          <p:nvPr/>
        </p:nvSpPr>
        <p:spPr>
          <a:xfrm xmlns:a="http://schemas.openxmlformats.org/drawingml/2006/main">
            <a:off x="419100" y="1181100"/>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960522AE-BB4F-4843-A901-CAE185A1E9C7}"/>
              </a:ext>
            </a:extLst>
          </p:cNvPr>
          <p:cNvSpPr>
            <a:spLocks xmlns:a="http://schemas.openxmlformats.org/drawingml/2006/main" noGrp="1"/>
          </p:cNvSpPr>
          <p:nvPr/>
        </p:nvSpPr>
        <p:spPr>
          <a:xfrm xmlns:a="http://schemas.openxmlformats.org/drawingml/2006/main">
            <a:off x="819150" y="1143000"/>
            <a:ext cx="29146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Open the action area for the in-progress complaint.</a:t>
            </a:r>
          </a:p>
        </p:txBody>
      </p:sp>
      <p:sp>
        <p:nvSpPr>
          <p:cNvPr id="7" name="">
            <a:extLst xmlns:a="http://schemas.openxmlformats.org/drawingml/2006/main">
              <a:ext uri="{FF2B5EF4-FFF2-40B4-BE49-F238E27FC236}">
                <a16:creationId xmlns:a16="http://schemas.microsoft.com/office/drawing/2014/main" id="{E65334ED-9E34-4D42-AB49-632D2BE63D18}"/>
              </a:ext>
            </a:extLst>
          </p:cNvPr>
          <p:cNvSpPr>
            <a:spLocks xmlns:a="http://schemas.openxmlformats.org/drawingml/2006/main" noGrp="1"/>
          </p:cNvSpPr>
          <p:nvPr/>
        </p:nvSpPr>
        <p:spPr>
          <a:xfrm xmlns:a="http://schemas.openxmlformats.org/drawingml/2006/main">
            <a:off x="419100" y="2057400"/>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8" name="">
            <a:extLst xmlns:a="http://schemas.openxmlformats.org/drawingml/2006/main">
              <a:ext uri="{FF2B5EF4-FFF2-40B4-BE49-F238E27FC236}">
                <a16:creationId xmlns:a16="http://schemas.microsoft.com/office/drawing/2014/main" id="{98A1A963-23C1-4FAF-818A-2971BC27172D}"/>
              </a:ext>
            </a:extLst>
          </p:cNvPr>
          <p:cNvSpPr>
            <a:spLocks xmlns:a="http://schemas.openxmlformats.org/drawingml/2006/main" noGrp="1"/>
          </p:cNvSpPr>
          <p:nvPr/>
        </p:nvSpPr>
        <p:spPr>
          <a:xfrm xmlns:a="http://schemas.openxmlformats.org/drawingml/2006/main">
            <a:off x="819150" y="2019300"/>
            <a:ext cx="29146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Select Update, Contractor, or Completed.</a:t>
            </a:r>
          </a:p>
        </p:txBody>
      </p:sp>
      <p:sp>
        <p:nvSpPr>
          <p:cNvPr id="9" name="">
            <a:extLst xmlns:a="http://schemas.openxmlformats.org/drawingml/2006/main">
              <a:ext uri="{FF2B5EF4-FFF2-40B4-BE49-F238E27FC236}">
                <a16:creationId xmlns:a16="http://schemas.microsoft.com/office/drawing/2014/main" id="{44F3C23D-6724-446A-99EA-D8D95BCACE41}"/>
              </a:ext>
            </a:extLst>
          </p:cNvPr>
          <p:cNvSpPr>
            <a:spLocks xmlns:a="http://schemas.openxmlformats.org/drawingml/2006/main" noGrp="1"/>
          </p:cNvSpPr>
          <p:nvPr/>
        </p:nvSpPr>
        <p:spPr>
          <a:xfrm xmlns:a="http://schemas.openxmlformats.org/drawingml/2006/main">
            <a:off x="419100" y="2933700"/>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10" name="">
            <a:extLst xmlns:a="http://schemas.openxmlformats.org/drawingml/2006/main">
              <a:ext uri="{FF2B5EF4-FFF2-40B4-BE49-F238E27FC236}">
                <a16:creationId xmlns:a16="http://schemas.microsoft.com/office/drawing/2014/main" id="{76A52EAA-3653-45B6-9F52-3C944C0957D0}"/>
              </a:ext>
            </a:extLst>
          </p:cNvPr>
          <p:cNvSpPr>
            <a:spLocks xmlns:a="http://schemas.openxmlformats.org/drawingml/2006/main" noGrp="1"/>
          </p:cNvSpPr>
          <p:nvPr/>
        </p:nvSpPr>
        <p:spPr>
          <a:xfrm xmlns:a="http://schemas.openxmlformats.org/drawingml/2006/main">
            <a:off x="819150" y="2895600"/>
            <a:ext cx="29146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Enter a new amount or deadline when either changes.</a:t>
            </a:r>
          </a:p>
        </p:txBody>
      </p:sp>
      <p:sp>
        <p:nvSpPr>
          <p:cNvPr id="11" name="">
            <a:extLst xmlns:a="http://schemas.openxmlformats.org/drawingml/2006/main">
              <a:ext uri="{FF2B5EF4-FFF2-40B4-BE49-F238E27FC236}">
                <a16:creationId xmlns:a16="http://schemas.microsoft.com/office/drawing/2014/main" id="{01A88B71-08BD-49E2-A4B9-BB9CD8DD1B7F}"/>
              </a:ext>
            </a:extLst>
          </p:cNvPr>
          <p:cNvSpPr>
            <a:spLocks xmlns:a="http://schemas.openxmlformats.org/drawingml/2006/main" noGrp="1"/>
          </p:cNvSpPr>
          <p:nvPr/>
        </p:nvSpPr>
        <p:spPr>
          <a:xfrm xmlns:a="http://schemas.openxmlformats.org/drawingml/2006/main">
            <a:off x="419100" y="3810000"/>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12" name="">
            <a:extLst xmlns:a="http://schemas.openxmlformats.org/drawingml/2006/main">
              <a:ext uri="{FF2B5EF4-FFF2-40B4-BE49-F238E27FC236}">
                <a16:creationId xmlns:a16="http://schemas.microsoft.com/office/drawing/2014/main" id="{90B0B2D1-DCD6-438D-B932-DB7652EE52FD}"/>
              </a:ext>
            </a:extLst>
          </p:cNvPr>
          <p:cNvSpPr>
            <a:spLocks xmlns:a="http://schemas.openxmlformats.org/drawingml/2006/main" noGrp="1"/>
          </p:cNvSpPr>
          <p:nvPr/>
        </p:nvSpPr>
        <p:spPr>
          <a:xfrm xmlns:a="http://schemas.openxmlformats.org/drawingml/2006/main">
            <a:off x="819150" y="3771900"/>
            <a:ext cx="29146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Add a concise work note and attach progress photos.</a:t>
            </a:r>
          </a:p>
        </p:txBody>
      </p:sp>
      <p:sp>
        <p:nvSpPr>
          <p:cNvPr id="13" name="">
            <a:extLst xmlns:a="http://schemas.openxmlformats.org/drawingml/2006/main">
              <a:ext uri="{FF2B5EF4-FFF2-40B4-BE49-F238E27FC236}">
                <a16:creationId xmlns:a16="http://schemas.microsoft.com/office/drawing/2014/main" id="{9FE32E8C-D464-488E-A454-546554C8C876}"/>
              </a:ext>
            </a:extLst>
          </p:cNvPr>
          <p:cNvSpPr>
            <a:spLocks xmlns:a="http://schemas.openxmlformats.org/drawingml/2006/main" noGrp="1"/>
          </p:cNvSpPr>
          <p:nvPr/>
        </p:nvSpPr>
        <p:spPr>
          <a:xfrm xmlns:a="http://schemas.openxmlformats.org/drawingml/2006/main">
            <a:off x="419100" y="4686300"/>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5</a:t>
            </a:r>
          </a:p>
        </p:txBody>
      </p:sp>
      <p:sp>
        <p:nvSpPr>
          <p:cNvPr id="14" name="">
            <a:extLst xmlns:a="http://schemas.openxmlformats.org/drawingml/2006/main">
              <a:ext uri="{FF2B5EF4-FFF2-40B4-BE49-F238E27FC236}">
                <a16:creationId xmlns:a16="http://schemas.microsoft.com/office/drawing/2014/main" id="{2397860E-05E7-4380-88EE-1F45D2C6470B}"/>
              </a:ext>
            </a:extLst>
          </p:cNvPr>
          <p:cNvSpPr>
            <a:spLocks xmlns:a="http://schemas.openxmlformats.org/drawingml/2006/main" noGrp="1"/>
          </p:cNvSpPr>
          <p:nvPr/>
        </p:nvSpPr>
        <p:spPr>
          <a:xfrm xmlns:a="http://schemas.openxmlformats.org/drawingml/2006/main">
            <a:off x="819150" y="4648200"/>
            <a:ext cx="29146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Save the update; it becomes part of the visible history.</a:t>
            </a:r>
          </a:p>
        </p:txBody>
      </p:sp>
      <p:sp>
        <p:nvSpPr>
          <p:cNvPr id="15" name="">
            <a:extLst xmlns:a="http://schemas.openxmlformats.org/drawingml/2006/main">
              <a:ext uri="{FF2B5EF4-FFF2-40B4-BE49-F238E27FC236}">
                <a16:creationId xmlns:a16="http://schemas.microsoft.com/office/drawing/2014/main" id="{9899B86C-1EEF-4885-B82D-2580FBE5B6D6}"/>
              </a:ext>
            </a:extLst>
          </p:cNvPr>
          <p:cNvSpPr>
            <a:spLocks xmlns:a="http://schemas.openxmlformats.org/drawingml/2006/main" noGrp="1"/>
          </p:cNvSpPr>
          <p:nvPr/>
        </p:nvSpPr>
        <p:spPr>
          <a:xfrm xmlns:a="http://schemas.openxmlformats.org/drawingml/2006/main">
            <a:off x="3962400" y="1028700"/>
            <a:ext cx="2305050" cy="4819650"/>
          </a:xfrm>
          <a:prstGeom xmlns:a="http://schemas.openxmlformats.org/drawingml/2006/main" prst="roundRect">
            <a:avLst>
              <a:gd name="adj" fmla="val 10331"/>
            </a:avLst>
          </a:prstGeom>
          <a:solidFill xmlns:a="http://schemas.openxmlformats.org/drawingml/2006/main">
            <a:srgbClr val="102A38"/>
          </a:solidFill>
          <a:ln xmlns:a="http://schemas.openxmlformats.org/drawingml/2006/main" w="9525">
            <a:solidFill>
              <a:srgbClr val="102A38"/>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f7f18e49a5a44aff"/>
          <a:srcRect xmlns:a="http://schemas.openxmlformats.org/drawingml/2006/main" l="16" t="0" r="16" b="0"/>
          <a:stretch xmlns:a="http://schemas.openxmlformats.org/drawingml/2006/main">
            <a:fillRect l="0" t="0" r="0" b="0"/>
          </a:stretch>
        </p:blipFill>
        <p:spPr>
          <a:xfrm xmlns:a="http://schemas.openxmlformats.org/drawingml/2006/main">
            <a:off x="4038600" y="1104900"/>
            <a:ext cx="2152650" cy="4667250"/>
          </a:xfrm>
          <a:prstGeom xmlns:a="http://schemas.openxmlformats.org/drawingml/2006/main" prst="roundRect">
            <a:avLst>
              <a:gd name="adj" fmla="val 7965"/>
            </a:avLst>
          </a:prstGeom>
        </p:spPr>
      </p:pic>
      <p:sp>
        <p:nvSpPr>
          <p:cNvPr id="17" name="">
            <a:extLst xmlns:a="http://schemas.openxmlformats.org/drawingml/2006/main">
              <a:ext uri="{FF2B5EF4-FFF2-40B4-BE49-F238E27FC236}">
                <a16:creationId xmlns:a16="http://schemas.microsoft.com/office/drawing/2014/main" id="{A1C77D5B-EE34-4B63-B7FB-8E4FA594A134}"/>
              </a:ext>
            </a:extLst>
          </p:cNvPr>
          <p:cNvSpPr>
            <a:spLocks xmlns:a="http://schemas.openxmlformats.org/drawingml/2006/main" noGrp="1"/>
          </p:cNvSpPr>
          <p:nvPr/>
        </p:nvSpPr>
        <p:spPr>
          <a:xfrm xmlns:a="http://schemas.openxmlformats.org/drawingml/2006/main">
            <a:off x="3924300" y="59055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975" b="1">
                <a:solidFill>
                  <a:srgbClr val="607284"/>
                </a:solidFill>
                <a:latin typeface="Arial"/>
                <a:ea typeface="Arial"/>
                <a:cs typeface="Arial"/>
              </a:defRPr>
            </a:pPr>
            <a:r>
              <a:rPr sz="975" b="1">
                <a:solidFill>
                  <a:srgbClr val="607284"/>
                </a:solidFill>
                <a:latin typeface="Arial"/>
                <a:ea typeface="Arial"/>
                <a:cs typeface="Arial"/>
              </a:rPr>
              <a:t>Progress controls</a:t>
            </a:r>
          </a:p>
        </p:txBody>
      </p:sp>
      <p:sp>
        <p:nvSpPr>
          <p:cNvPr id="18" name="">
            <a:extLst xmlns:a="http://schemas.openxmlformats.org/drawingml/2006/main">
              <a:ext uri="{FF2B5EF4-FFF2-40B4-BE49-F238E27FC236}">
                <a16:creationId xmlns:a16="http://schemas.microsoft.com/office/drawing/2014/main" id="{CCAD805B-7F34-4A04-B5C7-5CDED59DB807}"/>
              </a:ext>
            </a:extLst>
          </p:cNvPr>
          <p:cNvSpPr>
            <a:spLocks xmlns:a="http://schemas.openxmlformats.org/drawingml/2006/main" noGrp="1"/>
          </p:cNvSpPr>
          <p:nvPr/>
        </p:nvSpPr>
        <p:spPr>
          <a:xfrm xmlns:a="http://schemas.openxmlformats.org/drawingml/2006/main">
            <a:off x="6915150" y="1028700"/>
            <a:ext cx="2305050" cy="4819650"/>
          </a:xfrm>
          <a:prstGeom xmlns:a="http://schemas.openxmlformats.org/drawingml/2006/main" prst="roundRect">
            <a:avLst>
              <a:gd name="adj" fmla="val 10331"/>
            </a:avLst>
          </a:prstGeom>
          <a:solidFill xmlns:a="http://schemas.openxmlformats.org/drawingml/2006/main">
            <a:srgbClr val="102A38"/>
          </a:solidFill>
          <a:ln xmlns:a="http://schemas.openxmlformats.org/drawingml/2006/main" w="9525">
            <a:solidFill>
              <a:srgbClr val="102A38"/>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e03fb9d574e94222"/>
          <a:srcRect xmlns:a="http://schemas.openxmlformats.org/drawingml/2006/main" l="16" t="0" r="16" b="0"/>
          <a:stretch xmlns:a="http://schemas.openxmlformats.org/drawingml/2006/main">
            <a:fillRect l="0" t="0" r="0" b="0"/>
          </a:stretch>
        </p:blipFill>
        <p:spPr>
          <a:xfrm xmlns:a="http://schemas.openxmlformats.org/drawingml/2006/main">
            <a:off x="6991350" y="1104900"/>
            <a:ext cx="2152650" cy="4667250"/>
          </a:xfrm>
          <a:prstGeom xmlns:a="http://schemas.openxmlformats.org/drawingml/2006/main" prst="roundRect">
            <a:avLst>
              <a:gd name="adj" fmla="val 7965"/>
            </a:avLst>
          </a:prstGeom>
        </p:spPr>
      </p:pic>
      <p:sp>
        <p:nvSpPr>
          <p:cNvPr id="20" name="">
            <a:extLst xmlns:a="http://schemas.openxmlformats.org/drawingml/2006/main">
              <a:ext uri="{FF2B5EF4-FFF2-40B4-BE49-F238E27FC236}">
                <a16:creationId xmlns:a16="http://schemas.microsoft.com/office/drawing/2014/main" id="{274390D6-26A3-4CA3-A51A-F81EB58EB745}"/>
              </a:ext>
            </a:extLst>
          </p:cNvPr>
          <p:cNvSpPr>
            <a:spLocks xmlns:a="http://schemas.openxmlformats.org/drawingml/2006/main" noGrp="1"/>
          </p:cNvSpPr>
          <p:nvPr/>
        </p:nvSpPr>
        <p:spPr>
          <a:xfrm xmlns:a="http://schemas.openxmlformats.org/drawingml/2006/main">
            <a:off x="6877050" y="59055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975" b="1">
                <a:solidFill>
                  <a:srgbClr val="607284"/>
                </a:solidFill>
                <a:latin typeface="Arial"/>
                <a:ea typeface="Arial"/>
                <a:cs typeface="Arial"/>
              </a:defRPr>
            </a:pPr>
            <a:r>
              <a:rPr sz="975" b="1">
                <a:solidFill>
                  <a:srgbClr val="607284"/>
                </a:solidFill>
                <a:latin typeface="Arial"/>
                <a:ea typeface="Arial"/>
                <a:cs typeface="Arial"/>
              </a:rPr>
              <a:t>Update details</a:t>
            </a:r>
          </a:p>
        </p:txBody>
      </p:sp>
      <p:sp>
        <p:nvSpPr>
          <p:cNvPr id="21" name="">
            <a:extLst xmlns:a="http://schemas.openxmlformats.org/drawingml/2006/main">
              <a:ext uri="{FF2B5EF4-FFF2-40B4-BE49-F238E27FC236}">
                <a16:creationId xmlns:a16="http://schemas.microsoft.com/office/drawing/2014/main" id="{B881B384-0578-4514-88D4-9B2FCA8AFC9F}"/>
              </a:ext>
            </a:extLst>
          </p:cNvPr>
          <p:cNvSpPr>
            <a:spLocks xmlns:a="http://schemas.openxmlformats.org/drawingml/2006/main" noGrp="1"/>
          </p:cNvSpPr>
          <p:nvPr/>
        </p:nvSpPr>
        <p:spPr>
          <a:xfrm xmlns:a="http://schemas.openxmlformats.org/drawingml/2006/main">
            <a:off x="4114800" y="2647950"/>
            <a:ext cx="2000250" cy="704850"/>
          </a:xfrm>
          <a:prstGeom xmlns:a="http://schemas.openxmlformats.org/drawingml/2006/main" prst="roundRect">
            <a:avLst>
              <a:gd name="adj" fmla="val 10811"/>
            </a:avLst>
          </a:prstGeom>
          <a:noFill xmlns:a="http://schemas.openxmlformats.org/drawingml/2006/main"/>
          <a:ln xmlns:a="http://schemas.openxmlformats.org/drawingml/2006/main" w="28575">
            <a:solidFill>
              <a:srgbClr val="26734D"/>
            </a:solidFill>
            <a:prstDash val="solid"/>
          </a:ln>
        </p:spPr>
      </p:sp>
      <p:sp>
        <p:nvSpPr>
          <p:cNvPr id="22" name="">
            <a:extLst xmlns:a="http://schemas.openxmlformats.org/drawingml/2006/main">
              <a:ext uri="{FF2B5EF4-FFF2-40B4-BE49-F238E27FC236}">
                <a16:creationId xmlns:a16="http://schemas.microsoft.com/office/drawing/2014/main" id="{8DB3F19D-B93F-48D0-84B3-3E81B30DB1E7}"/>
              </a:ext>
            </a:extLst>
          </p:cNvPr>
          <p:cNvSpPr>
            <a:spLocks xmlns:a="http://schemas.openxmlformats.org/drawingml/2006/main" noGrp="1"/>
          </p:cNvSpPr>
          <p:nvPr/>
        </p:nvSpPr>
        <p:spPr>
          <a:xfrm xmlns:a="http://schemas.openxmlformats.org/drawingml/2006/main">
            <a:off x="5924550" y="2895600"/>
            <a:ext cx="285750" cy="285750"/>
          </a:xfrm>
          <a:prstGeom xmlns:a="http://schemas.openxmlformats.org/drawingml/2006/main" prst="ellipse">
            <a:avLst/>
          </a:prstGeom>
          <a:solidFill xmlns:a="http://schemas.openxmlformats.org/drawingml/2006/main">
            <a:srgbClr val="26734D"/>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23" name="">
            <a:extLst xmlns:a="http://schemas.openxmlformats.org/drawingml/2006/main">
              <a:ext uri="{FF2B5EF4-FFF2-40B4-BE49-F238E27FC236}">
                <a16:creationId xmlns:a16="http://schemas.microsoft.com/office/drawing/2014/main" id="{220953CA-9A26-40A5-A411-B82233A5B678}"/>
              </a:ext>
            </a:extLst>
          </p:cNvPr>
          <p:cNvSpPr>
            <a:spLocks xmlns:a="http://schemas.openxmlformats.org/drawingml/2006/main" noGrp="1"/>
          </p:cNvSpPr>
          <p:nvPr/>
        </p:nvSpPr>
        <p:spPr>
          <a:xfrm xmlns:a="http://schemas.openxmlformats.org/drawingml/2006/main">
            <a:off x="7067550" y="3181350"/>
            <a:ext cx="2000250" cy="704850"/>
          </a:xfrm>
          <a:prstGeom xmlns:a="http://schemas.openxmlformats.org/drawingml/2006/main" prst="roundRect">
            <a:avLst>
              <a:gd name="adj" fmla="val 10811"/>
            </a:avLst>
          </a:prstGeom>
          <a:noFill xmlns:a="http://schemas.openxmlformats.org/drawingml/2006/main"/>
          <a:ln xmlns:a="http://schemas.openxmlformats.org/drawingml/2006/main" w="28575">
            <a:solidFill>
              <a:srgbClr val="26734D"/>
            </a:solidFill>
            <a:prstDash val="solid"/>
          </a:ln>
        </p:spPr>
      </p:sp>
      <p:sp>
        <p:nvSpPr>
          <p:cNvPr id="24" name="">
            <a:extLst xmlns:a="http://schemas.openxmlformats.org/drawingml/2006/main">
              <a:ext uri="{FF2B5EF4-FFF2-40B4-BE49-F238E27FC236}">
                <a16:creationId xmlns:a16="http://schemas.microsoft.com/office/drawing/2014/main" id="{D823AAE8-4FEB-4534-BAE3-0630D7581517}"/>
              </a:ext>
            </a:extLst>
          </p:cNvPr>
          <p:cNvSpPr>
            <a:spLocks xmlns:a="http://schemas.openxmlformats.org/drawingml/2006/main" noGrp="1"/>
          </p:cNvSpPr>
          <p:nvPr/>
        </p:nvSpPr>
        <p:spPr>
          <a:xfrm xmlns:a="http://schemas.openxmlformats.org/drawingml/2006/main">
            <a:off x="8877300" y="3467100"/>
            <a:ext cx="285750" cy="285750"/>
          </a:xfrm>
          <a:prstGeom xmlns:a="http://schemas.openxmlformats.org/drawingml/2006/main" prst="ellipse">
            <a:avLst/>
          </a:prstGeom>
          <a:solidFill xmlns:a="http://schemas.openxmlformats.org/drawingml/2006/main">
            <a:srgbClr val="26734D"/>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25" name="">
            <a:extLst xmlns:a="http://schemas.openxmlformats.org/drawingml/2006/main">
              <a:ext uri="{FF2B5EF4-FFF2-40B4-BE49-F238E27FC236}">
                <a16:creationId xmlns:a16="http://schemas.microsoft.com/office/drawing/2014/main" id="{F455AEBC-8C29-4ABF-B0BB-409C08FC7165}"/>
              </a:ext>
            </a:extLst>
          </p:cNvPr>
          <p:cNvSpPr>
            <a:spLocks xmlns:a="http://schemas.openxmlformats.org/drawingml/2006/main" noGrp="1"/>
          </p:cNvSpPr>
          <p:nvPr/>
        </p:nvSpPr>
        <p:spPr>
          <a:xfrm xmlns:a="http://schemas.openxmlformats.org/drawingml/2006/main">
            <a:off x="7067550" y="4114800"/>
            <a:ext cx="2000250" cy="1143000"/>
          </a:xfrm>
          <a:prstGeom xmlns:a="http://schemas.openxmlformats.org/drawingml/2006/main" prst="roundRect">
            <a:avLst>
              <a:gd name="adj" fmla="val 6667"/>
            </a:avLst>
          </a:prstGeom>
          <a:noFill xmlns:a="http://schemas.openxmlformats.org/drawingml/2006/main"/>
          <a:ln xmlns:a="http://schemas.openxmlformats.org/drawingml/2006/main" w="28575">
            <a:solidFill>
              <a:srgbClr val="26734D"/>
            </a:solidFill>
            <a:prstDash val="solid"/>
          </a:ln>
        </p:spPr>
      </p:sp>
      <p:sp>
        <p:nvSpPr>
          <p:cNvPr id="26" name="">
            <a:extLst xmlns:a="http://schemas.openxmlformats.org/drawingml/2006/main">
              <a:ext uri="{FF2B5EF4-FFF2-40B4-BE49-F238E27FC236}">
                <a16:creationId xmlns:a16="http://schemas.microsoft.com/office/drawing/2014/main" id="{16430758-E640-44B5-B3E0-2C242A5E374D}"/>
              </a:ext>
            </a:extLst>
          </p:cNvPr>
          <p:cNvSpPr>
            <a:spLocks xmlns:a="http://schemas.openxmlformats.org/drawingml/2006/main" noGrp="1"/>
          </p:cNvSpPr>
          <p:nvPr/>
        </p:nvSpPr>
        <p:spPr>
          <a:xfrm xmlns:a="http://schemas.openxmlformats.org/drawingml/2006/main">
            <a:off x="8877300" y="4476750"/>
            <a:ext cx="285750" cy="285750"/>
          </a:xfrm>
          <a:prstGeom xmlns:a="http://schemas.openxmlformats.org/drawingml/2006/main" prst="ellipse">
            <a:avLst/>
          </a:prstGeom>
          <a:solidFill xmlns:a="http://schemas.openxmlformats.org/drawingml/2006/main">
            <a:srgbClr val="26734D"/>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27" name="">
            <a:extLst xmlns:a="http://schemas.openxmlformats.org/drawingml/2006/main">
              <a:ext uri="{FF2B5EF4-FFF2-40B4-BE49-F238E27FC236}">
                <a16:creationId xmlns:a16="http://schemas.microsoft.com/office/drawing/2014/main" id="{7E42397D-948E-40E0-9BC1-BBB88CAD1712}"/>
              </a:ext>
            </a:extLst>
          </p:cNvPr>
          <p:cNvSpPr>
            <a:spLocks xmlns:a="http://schemas.openxmlformats.org/drawingml/2006/main" noGrp="1"/>
          </p:cNvSpPr>
          <p:nvPr/>
        </p:nvSpPr>
        <p:spPr>
          <a:xfrm xmlns:a="http://schemas.openxmlformats.org/drawingml/2006/main">
            <a:off x="9620250" y="1866900"/>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125" b="1">
                <a:solidFill>
                  <a:srgbClr val="B9681C"/>
                </a:solidFill>
                <a:latin typeface="Arial"/>
                <a:ea typeface="Arial"/>
                <a:cs typeface="Arial"/>
              </a:defRPr>
            </a:pPr>
            <a:r>
              <a:rPr sz="1125" b="1">
                <a:solidFill>
                  <a:srgbClr val="B9681C"/>
                </a:solidFill>
                <a:latin typeface="Arial"/>
                <a:ea typeface="Arial"/>
                <a:cs typeface="Arial"/>
              </a:rPr>
              <a:t>Transparency rule</a:t>
            </a:r>
          </a:p>
        </p:txBody>
      </p:sp>
      <p:sp>
        <p:nvSpPr>
          <p:cNvPr id="28" name="">
            <a:extLst xmlns:a="http://schemas.openxmlformats.org/drawingml/2006/main">
              <a:ext uri="{FF2B5EF4-FFF2-40B4-BE49-F238E27FC236}">
                <a16:creationId xmlns:a16="http://schemas.microsoft.com/office/drawing/2014/main" id="{49B02D02-8162-4CB6-B55B-BB39BCDF471E}"/>
              </a:ext>
            </a:extLst>
          </p:cNvPr>
          <p:cNvSpPr>
            <a:spLocks xmlns:a="http://schemas.openxmlformats.org/drawingml/2006/main" noGrp="1"/>
          </p:cNvSpPr>
          <p:nvPr/>
        </p:nvSpPr>
        <p:spPr>
          <a:xfrm xmlns:a="http://schemas.openxmlformats.org/drawingml/2006/main">
            <a:off x="9620250" y="2247900"/>
            <a:ext cx="19526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173042"/>
                </a:solidFill>
                <a:latin typeface="Arial"/>
                <a:ea typeface="Arial"/>
                <a:cs typeface="Arial"/>
              </a:defRPr>
            </a:pPr>
            <a:r>
              <a:rPr sz="1350" b="0">
                <a:solidFill>
                  <a:srgbClr val="173042"/>
                </a:solidFill>
                <a:latin typeface="Arial"/>
                <a:ea typeface="Arial"/>
                <a:cs typeface="Arial"/>
              </a:rPr>
              <a:t>Budget, deadline, notes, and evidence changes remain visible in the complaint history.</a:t>
            </a:r>
          </a:p>
        </p:txBody>
      </p:sp>
      <p:sp>
        <p:nvSpPr>
          <p:cNvPr id="29" name="">
            <a:extLst xmlns:a="http://schemas.openxmlformats.org/drawingml/2006/main">
              <a:ext uri="{FF2B5EF4-FFF2-40B4-BE49-F238E27FC236}">
                <a16:creationId xmlns:a16="http://schemas.microsoft.com/office/drawing/2014/main" id="{45444711-7EF0-4394-9301-494F1464588F}"/>
              </a:ext>
            </a:extLst>
          </p:cNvPr>
          <p:cNvSpPr>
            <a:spLocks xmlns:a="http://schemas.openxmlformats.org/drawingml/2006/main" noGrp="1"/>
          </p:cNvSpPr>
          <p:nvPr/>
        </p:nvSpPr>
        <p:spPr>
          <a:xfrm xmlns:a="http://schemas.openxmlformats.org/drawingml/2006/main">
            <a:off x="457200" y="655320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825" b="0">
                <a:solidFill>
                  <a:srgbClr val="607284"/>
                </a:solidFill>
                <a:latin typeface="Arial"/>
                <a:ea typeface="Arial"/>
                <a:cs typeface="Arial"/>
              </a:defRPr>
            </a:pPr>
            <a:r>
              <a:rPr sz="825" b="0">
                <a:solidFill>
                  <a:srgbClr val="607284"/>
                </a:solidFill>
                <a:latin typeface="Arial"/>
                <a:ea typeface="Arial"/>
                <a:cs typeface="Arial"/>
              </a:rPr>
              <a:t>Nogor Shomadhan  •  Final user manual</a:t>
            </a:r>
          </a:p>
        </p:txBody>
      </p:sp>
      <p:sp>
        <p:nvSpPr>
          <p:cNvPr id="30" name="">
            <a:extLst xmlns:a="http://schemas.openxmlformats.org/drawingml/2006/main">
              <a:ext uri="{FF2B5EF4-FFF2-40B4-BE49-F238E27FC236}">
                <a16:creationId xmlns:a16="http://schemas.microsoft.com/office/drawing/2014/main" id="{C4071919-6E90-4DCA-AB19-27727AF317DD}"/>
              </a:ext>
            </a:extLst>
          </p:cNvPr>
          <p:cNvSpPr>
            <a:spLocks xmlns:a="http://schemas.openxmlformats.org/drawingml/2006/main" noGrp="1"/>
          </p:cNvSpPr>
          <p:nvPr/>
        </p:nvSpPr>
        <p:spPr>
          <a:xfrm xmlns:a="http://schemas.openxmlformats.org/drawingml/2006/main">
            <a:off x="11372850" y="65341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900" b="1">
                <a:solidFill>
                  <a:srgbClr val="607284"/>
                </a:solidFill>
                <a:latin typeface="Arial"/>
                <a:ea typeface="Arial"/>
                <a:cs typeface="Arial"/>
              </a:defRPr>
            </a:pPr>
            <a:r>
              <a:rPr sz="900" b="1">
                <a:solidFill>
                  <a:srgbClr val="607284"/>
                </a:solidFill>
                <a:latin typeface="Arial"/>
                <a:ea typeface="Arial"/>
                <a:cs typeface="Arial"/>
              </a:rPr>
              <a:t>9</a:t>
            </a:r>
          </a:p>
        </p:txBody>
      </p:sp>
    </p:spTree>
    <p:extLst>
      <p:ext uri="{BB962C8B-B14F-4D97-AF65-F5344CB8AC3E}">
        <p14:creationId xmlns:p14="http://schemas.microsoft.com/office/powerpoint/2010/main" val="1982205551"/>
      </p:ext>
    </p:extLst>
  </p:cSld>
</p:sld>
</file>

<file path=ppt/slides/slide10.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1119C2D1-E8B8-4A05-B773-74A8BF6CCB8F}"/>
              </a:ext>
            </a:extLst>
          </p:cNvPr>
          <p:cNvSpPr>
            <a:spLocks xmlns:a="http://schemas.openxmlformats.org/drawingml/2006/main" noGrp="1"/>
          </p:cNvSpPr>
          <p:nvPr/>
        </p:nvSpPr>
        <p:spPr>
          <a:xfrm xmlns:a="http://schemas.openxmlformats.org/drawingml/2006/main">
            <a:off x="381000" y="266700"/>
            <a:ext cx="476250" cy="438150"/>
          </a:xfrm>
          <a:prstGeom xmlns:a="http://schemas.openxmlformats.org/drawingml/2006/main" prst="roundRect">
            <a:avLst>
              <a:gd name="adj" fmla="val 19565"/>
            </a:avLst>
          </a:prstGeom>
          <a:solidFill xmlns:a="http://schemas.openxmlformats.org/drawingml/2006/main">
            <a:srgbClr val="00475E"/>
          </a:solidFill>
          <a:ln xmlns:a="http://schemas.openxmlformats.org/drawingml/2006/main" w="9525">
            <a:solidFill>
              <a:srgbClr val="00475E"/>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9</a:t>
            </a:r>
          </a:p>
        </p:txBody>
      </p:sp>
      <p:sp>
        <p:nvSpPr>
          <p:cNvPr id="2" name="">
            <a:extLst xmlns:a="http://schemas.openxmlformats.org/drawingml/2006/main">
              <a:ext uri="{FF2B5EF4-FFF2-40B4-BE49-F238E27FC236}">
                <a16:creationId xmlns:a16="http://schemas.microsoft.com/office/drawing/2014/main" id="{D4D53F93-177C-42DA-B519-765E6E7521DC}"/>
              </a:ext>
            </a:extLst>
          </p:cNvPr>
          <p:cNvSpPr>
            <a:spLocks xmlns:a="http://schemas.openxmlformats.org/drawingml/2006/main" noGrp="1"/>
          </p:cNvSpPr>
          <p:nvPr/>
        </p:nvSpPr>
        <p:spPr>
          <a:xfrm xmlns:a="http://schemas.openxmlformats.org/drawingml/2006/main">
            <a:off x="990600" y="238125"/>
            <a:ext cx="828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325" b="1">
                <a:solidFill>
                  <a:srgbClr val="173042"/>
                </a:solidFill>
                <a:latin typeface="Arial"/>
                <a:ea typeface="Arial"/>
                <a:cs typeface="Arial"/>
              </a:defRPr>
            </a:pPr>
            <a:r>
              <a:rPr sz="2325" b="1">
                <a:solidFill>
                  <a:srgbClr val="173042"/>
                </a:solidFill>
                <a:latin typeface="Arial"/>
                <a:ea typeface="Arial"/>
                <a:cs typeface="Arial"/>
              </a:rPr>
              <a:t>Completing and documenting the resolution</a:t>
            </a:r>
          </a:p>
        </p:txBody>
      </p:sp>
      <p:sp>
        <p:nvSpPr>
          <p:cNvPr id="3" name="">
            <a:extLst xmlns:a="http://schemas.openxmlformats.org/drawingml/2006/main">
              <a:ext uri="{FF2B5EF4-FFF2-40B4-BE49-F238E27FC236}">
                <a16:creationId xmlns:a16="http://schemas.microsoft.com/office/drawing/2014/main" id="{A2526E13-31BC-4769-BC93-EE49BFEA69D0}"/>
              </a:ext>
            </a:extLst>
          </p:cNvPr>
          <p:cNvSpPr>
            <a:spLocks xmlns:a="http://schemas.openxmlformats.org/drawingml/2006/main" noGrp="1"/>
          </p:cNvSpPr>
          <p:nvPr/>
        </p:nvSpPr>
        <p:spPr>
          <a:xfrm xmlns:a="http://schemas.openxmlformats.org/drawingml/2006/main">
            <a:off x="10325100" y="285750"/>
            <a:ext cx="1276350" cy="323850"/>
          </a:xfrm>
          <a:prstGeom xmlns:a="http://schemas.openxmlformats.org/drawingml/2006/main" prst="roundRect">
            <a:avLst>
              <a:gd name="adj" fmla="val 50000"/>
            </a:avLst>
          </a:prstGeom>
          <a:solidFill xmlns:a="http://schemas.openxmlformats.org/drawingml/2006/main">
            <a:srgbClr val="E4F0F3"/>
          </a:solidFill>
          <a:ln xmlns:a="http://schemas.openxmlformats.org/drawingml/2006/main" w="9525">
            <a:solidFill>
              <a:srgbClr val="E4F0F3"/>
            </a:solidFill>
            <a:prstDash val="solid"/>
          </a:ln>
        </p:spPr>
        <p:txBody>
          <a:bodyPr xmlns:a="http://schemas.openxmlformats.org/drawingml/2006/main" anchor="ctr">
            <a:noAutofit/>
          </a:bodyPr>
          <a:lstStyle xmlns:a="http://schemas.openxmlformats.org/drawingml/2006/main"/>
          <a:p xmlns:a="http://schemas.openxmlformats.org/drawingml/2006/main">
            <a:pPr algn="ctr">
              <a:defRPr sz="1125" b="1">
                <a:solidFill>
                  <a:srgbClr val="00475E"/>
                </a:solidFill>
                <a:latin typeface="Arial"/>
                <a:ea typeface="Arial"/>
                <a:cs typeface="Arial"/>
              </a:defRPr>
            </a:pPr>
            <a:r>
              <a:rPr sz="1125" b="1">
                <a:solidFill>
                  <a:srgbClr val="00475E"/>
                </a:solidFill>
                <a:latin typeface="Arial"/>
                <a:ea typeface="Arial"/>
                <a:cs typeface="Arial"/>
              </a:rPr>
              <a:t>Both roles</a:t>
            </a:r>
          </a:p>
        </p:txBody>
      </p:sp>
      <p:sp>
        <p:nvSpPr>
          <p:cNvPr id="4" name="">
            <a:extLst xmlns:a="http://schemas.openxmlformats.org/drawingml/2006/main">
              <a:ext uri="{FF2B5EF4-FFF2-40B4-BE49-F238E27FC236}">
                <a16:creationId xmlns:a16="http://schemas.microsoft.com/office/drawing/2014/main" id="{301C4F9A-A4C0-4187-B1E9-C50D1A863648}"/>
              </a:ext>
            </a:extLst>
          </p:cNvPr>
          <p:cNvSpPr>
            <a:spLocks xmlns:a="http://schemas.openxmlformats.org/drawingml/2006/main" noGrp="1"/>
          </p:cNvSpPr>
          <p:nvPr/>
        </p:nvSpPr>
        <p:spPr>
          <a:xfrm xmlns:a="http://schemas.openxmlformats.org/drawingml/2006/main">
            <a:off x="381000" y="876300"/>
            <a:ext cx="1143000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5" name="">
            <a:extLst xmlns:a="http://schemas.openxmlformats.org/drawingml/2006/main">
              <a:ext uri="{FF2B5EF4-FFF2-40B4-BE49-F238E27FC236}">
                <a16:creationId xmlns:a16="http://schemas.microsoft.com/office/drawing/2014/main" id="{B00B4975-56D2-47E6-BDFD-D2D19BEB89D8}"/>
              </a:ext>
            </a:extLst>
          </p:cNvPr>
          <p:cNvSpPr>
            <a:spLocks xmlns:a="http://schemas.openxmlformats.org/drawingml/2006/main" noGrp="1"/>
          </p:cNvSpPr>
          <p:nvPr/>
        </p:nvSpPr>
        <p:spPr>
          <a:xfrm xmlns:a="http://schemas.openxmlformats.org/drawingml/2006/main">
            <a:off x="419100" y="1181100"/>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39B2CB78-AB31-49BB-895B-4E2D916AA94D}"/>
              </a:ext>
            </a:extLst>
          </p:cNvPr>
          <p:cNvSpPr>
            <a:spLocks xmlns:a="http://schemas.openxmlformats.org/drawingml/2006/main" noGrp="1"/>
          </p:cNvSpPr>
          <p:nvPr/>
        </p:nvSpPr>
        <p:spPr>
          <a:xfrm xmlns:a="http://schemas.openxmlformats.org/drawingml/2006/main">
            <a:off x="819150" y="1143000"/>
            <a:ext cx="3124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Select Completed in the authority action area.</a:t>
            </a:r>
          </a:p>
        </p:txBody>
      </p:sp>
      <p:sp>
        <p:nvSpPr>
          <p:cNvPr id="7" name="">
            <a:extLst xmlns:a="http://schemas.openxmlformats.org/drawingml/2006/main">
              <a:ext uri="{FF2B5EF4-FFF2-40B4-BE49-F238E27FC236}">
                <a16:creationId xmlns:a16="http://schemas.microsoft.com/office/drawing/2014/main" id="{8DDEA181-CC23-4A83-A69F-8EAE8E85E289}"/>
              </a:ext>
            </a:extLst>
          </p:cNvPr>
          <p:cNvSpPr>
            <a:spLocks xmlns:a="http://schemas.openxmlformats.org/drawingml/2006/main" noGrp="1"/>
          </p:cNvSpPr>
          <p:nvPr/>
        </p:nvSpPr>
        <p:spPr>
          <a:xfrm xmlns:a="http://schemas.openxmlformats.org/drawingml/2006/main">
            <a:off x="419100" y="2057400"/>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8" name="">
            <a:extLst xmlns:a="http://schemas.openxmlformats.org/drawingml/2006/main">
              <a:ext uri="{FF2B5EF4-FFF2-40B4-BE49-F238E27FC236}">
                <a16:creationId xmlns:a16="http://schemas.microsoft.com/office/drawing/2014/main" id="{1727DB7E-2FD9-4D5C-B6C5-511AB7033EC7}"/>
              </a:ext>
            </a:extLst>
          </p:cNvPr>
          <p:cNvSpPr>
            <a:spLocks xmlns:a="http://schemas.openxmlformats.org/drawingml/2006/main" noGrp="1"/>
          </p:cNvSpPr>
          <p:nvPr/>
        </p:nvSpPr>
        <p:spPr>
          <a:xfrm xmlns:a="http://schemas.openxmlformats.org/drawingml/2006/main">
            <a:off x="819150" y="2019300"/>
            <a:ext cx="3124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Enter the final resolution note.</a:t>
            </a:r>
          </a:p>
        </p:txBody>
      </p:sp>
      <p:sp>
        <p:nvSpPr>
          <p:cNvPr id="9" name="">
            <a:extLst xmlns:a="http://schemas.openxmlformats.org/drawingml/2006/main">
              <a:ext uri="{FF2B5EF4-FFF2-40B4-BE49-F238E27FC236}">
                <a16:creationId xmlns:a16="http://schemas.microsoft.com/office/drawing/2014/main" id="{4D9C26E2-FAF8-4E6B-AA3E-E530B626FE62}"/>
              </a:ext>
            </a:extLst>
          </p:cNvPr>
          <p:cNvSpPr>
            <a:spLocks xmlns:a="http://schemas.openxmlformats.org/drawingml/2006/main" noGrp="1"/>
          </p:cNvSpPr>
          <p:nvPr/>
        </p:nvSpPr>
        <p:spPr>
          <a:xfrm xmlns:a="http://schemas.openxmlformats.org/drawingml/2006/main">
            <a:off x="419100" y="2933700"/>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10" name="">
            <a:extLst xmlns:a="http://schemas.openxmlformats.org/drawingml/2006/main">
              <a:ext uri="{FF2B5EF4-FFF2-40B4-BE49-F238E27FC236}">
                <a16:creationId xmlns:a16="http://schemas.microsoft.com/office/drawing/2014/main" id="{8E014A96-C8D6-44BE-95CD-168B3B400213}"/>
              </a:ext>
            </a:extLst>
          </p:cNvPr>
          <p:cNvSpPr>
            <a:spLocks xmlns:a="http://schemas.openxmlformats.org/drawingml/2006/main" noGrp="1"/>
          </p:cNvSpPr>
          <p:nvPr/>
        </p:nvSpPr>
        <p:spPr>
          <a:xfrm xmlns:a="http://schemas.openxmlformats.org/drawingml/2006/main">
            <a:off x="819150" y="2895600"/>
            <a:ext cx="3124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Confirm the final budget and attach completion evidence.</a:t>
            </a:r>
          </a:p>
        </p:txBody>
      </p:sp>
      <p:sp>
        <p:nvSpPr>
          <p:cNvPr id="11" name="">
            <a:extLst xmlns:a="http://schemas.openxmlformats.org/drawingml/2006/main">
              <a:ext uri="{FF2B5EF4-FFF2-40B4-BE49-F238E27FC236}">
                <a16:creationId xmlns:a16="http://schemas.microsoft.com/office/drawing/2014/main" id="{F77590C3-75EB-4F16-9AF3-EB9BA5CB30E7}"/>
              </a:ext>
            </a:extLst>
          </p:cNvPr>
          <p:cNvSpPr>
            <a:spLocks xmlns:a="http://schemas.openxmlformats.org/drawingml/2006/main" noGrp="1"/>
          </p:cNvSpPr>
          <p:nvPr/>
        </p:nvSpPr>
        <p:spPr>
          <a:xfrm xmlns:a="http://schemas.openxmlformats.org/drawingml/2006/main">
            <a:off x="419100" y="3810000"/>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12" name="">
            <a:extLst xmlns:a="http://schemas.openxmlformats.org/drawingml/2006/main">
              <a:ext uri="{FF2B5EF4-FFF2-40B4-BE49-F238E27FC236}">
                <a16:creationId xmlns:a16="http://schemas.microsoft.com/office/drawing/2014/main" id="{2C2AE8B2-A787-4B2E-910D-5E6480515D4B}"/>
              </a:ext>
            </a:extLst>
          </p:cNvPr>
          <p:cNvSpPr>
            <a:spLocks xmlns:a="http://schemas.openxmlformats.org/drawingml/2006/main" noGrp="1"/>
          </p:cNvSpPr>
          <p:nvPr/>
        </p:nvSpPr>
        <p:spPr>
          <a:xfrm xmlns:a="http://schemas.openxmlformats.org/drawingml/2006/main">
            <a:off x="819150" y="3771900"/>
            <a:ext cx="3124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Submit the resolution to close the complaint.</a:t>
            </a:r>
          </a:p>
        </p:txBody>
      </p:sp>
      <p:sp>
        <p:nvSpPr>
          <p:cNvPr id="13" name="">
            <a:extLst xmlns:a="http://schemas.openxmlformats.org/drawingml/2006/main">
              <a:ext uri="{FF2B5EF4-FFF2-40B4-BE49-F238E27FC236}">
                <a16:creationId xmlns:a16="http://schemas.microsoft.com/office/drawing/2014/main" id="{276D3EE6-B6C8-405B-9CC5-483519914DCA}"/>
              </a:ext>
            </a:extLst>
          </p:cNvPr>
          <p:cNvSpPr>
            <a:spLocks xmlns:a="http://schemas.openxmlformats.org/drawingml/2006/main" noGrp="1"/>
          </p:cNvSpPr>
          <p:nvPr/>
        </p:nvSpPr>
        <p:spPr>
          <a:xfrm xmlns:a="http://schemas.openxmlformats.org/drawingml/2006/main">
            <a:off x="419100" y="4686300"/>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5</a:t>
            </a:r>
          </a:p>
        </p:txBody>
      </p:sp>
      <p:sp>
        <p:nvSpPr>
          <p:cNvPr id="14" name="">
            <a:extLst xmlns:a="http://schemas.openxmlformats.org/drawingml/2006/main">
              <a:ext uri="{FF2B5EF4-FFF2-40B4-BE49-F238E27FC236}">
                <a16:creationId xmlns:a16="http://schemas.microsoft.com/office/drawing/2014/main" id="{F64227E4-9838-4000-898F-90E0D503CAA7}"/>
              </a:ext>
            </a:extLst>
          </p:cNvPr>
          <p:cNvSpPr>
            <a:spLocks xmlns:a="http://schemas.openxmlformats.org/drawingml/2006/main" noGrp="1"/>
          </p:cNvSpPr>
          <p:nvPr/>
        </p:nvSpPr>
        <p:spPr>
          <a:xfrm xmlns:a="http://schemas.openxmlformats.org/drawingml/2006/main">
            <a:off x="819150" y="4648200"/>
            <a:ext cx="3124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The record becomes read-only and the resident receives an update.</a:t>
            </a:r>
          </a:p>
        </p:txBody>
      </p:sp>
      <p:sp>
        <p:nvSpPr>
          <p:cNvPr id="15" name="">
            <a:extLst xmlns:a="http://schemas.openxmlformats.org/drawingml/2006/main">
              <a:ext uri="{FF2B5EF4-FFF2-40B4-BE49-F238E27FC236}">
                <a16:creationId xmlns:a16="http://schemas.microsoft.com/office/drawing/2014/main" id="{DEAC3870-A403-41A8-A201-AAC44CB14F42}"/>
              </a:ext>
            </a:extLst>
          </p:cNvPr>
          <p:cNvSpPr>
            <a:spLocks xmlns:a="http://schemas.openxmlformats.org/drawingml/2006/main" noGrp="1"/>
          </p:cNvSpPr>
          <p:nvPr/>
        </p:nvSpPr>
        <p:spPr>
          <a:xfrm xmlns:a="http://schemas.openxmlformats.org/drawingml/2006/main">
            <a:off x="4686300" y="1028700"/>
            <a:ext cx="2552700" cy="5353050"/>
          </a:xfrm>
          <a:prstGeom xmlns:a="http://schemas.openxmlformats.org/drawingml/2006/main" prst="roundRect">
            <a:avLst>
              <a:gd name="adj" fmla="val 9328"/>
            </a:avLst>
          </a:prstGeom>
          <a:solidFill xmlns:a="http://schemas.openxmlformats.org/drawingml/2006/main">
            <a:srgbClr val="102A38"/>
          </a:solidFill>
          <a:ln xmlns:a="http://schemas.openxmlformats.org/drawingml/2006/main" w="9525">
            <a:solidFill>
              <a:srgbClr val="102A38"/>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3874c3ff04a1429a"/>
          <a:srcRect xmlns:a="http://schemas.openxmlformats.org/drawingml/2006/main" l="0" t="18" r="0" b="18"/>
          <a:stretch xmlns:a="http://schemas.openxmlformats.org/drawingml/2006/main">
            <a:fillRect l="0" t="0" r="0" b="0"/>
          </a:stretch>
        </p:blipFill>
        <p:spPr>
          <a:xfrm xmlns:a="http://schemas.openxmlformats.org/drawingml/2006/main">
            <a:off x="4762500" y="1104900"/>
            <a:ext cx="2400300" cy="5200650"/>
          </a:xfrm>
          <a:prstGeom xmlns:a="http://schemas.openxmlformats.org/drawingml/2006/main" prst="roundRect">
            <a:avLst>
              <a:gd name="adj" fmla="val 7143"/>
            </a:avLst>
          </a:prstGeom>
        </p:spPr>
      </p:pic>
      <p:sp>
        <p:nvSpPr>
          <p:cNvPr id="17" name="">
            <a:extLst xmlns:a="http://schemas.openxmlformats.org/drawingml/2006/main">
              <a:ext uri="{FF2B5EF4-FFF2-40B4-BE49-F238E27FC236}">
                <a16:creationId xmlns:a16="http://schemas.microsoft.com/office/drawing/2014/main" id="{A33D8504-9A9F-491B-96A0-9950751C9C62}"/>
              </a:ext>
            </a:extLst>
          </p:cNvPr>
          <p:cNvSpPr>
            <a:spLocks xmlns:a="http://schemas.openxmlformats.org/drawingml/2006/main" noGrp="1"/>
          </p:cNvSpPr>
          <p:nvPr/>
        </p:nvSpPr>
        <p:spPr>
          <a:xfrm xmlns:a="http://schemas.openxmlformats.org/drawingml/2006/main">
            <a:off x="4648200" y="6438900"/>
            <a:ext cx="2628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975" b="1">
                <a:solidFill>
                  <a:srgbClr val="607284"/>
                </a:solidFill>
                <a:latin typeface="Arial"/>
                <a:ea typeface="Arial"/>
                <a:cs typeface="Arial"/>
              </a:defRPr>
            </a:pPr>
            <a:r>
              <a:rPr sz="975" b="1">
                <a:solidFill>
                  <a:srgbClr val="607284"/>
                </a:solidFill>
                <a:latin typeface="Arial"/>
                <a:ea typeface="Arial"/>
                <a:cs typeface="Arial"/>
              </a:rPr>
              <a:t>Resolved complaint and work history</a:t>
            </a:r>
          </a:p>
        </p:txBody>
      </p:sp>
      <p:sp>
        <p:nvSpPr>
          <p:cNvPr id="18" name="">
            <a:extLst xmlns:a="http://schemas.openxmlformats.org/drawingml/2006/main">
              <a:ext uri="{FF2B5EF4-FFF2-40B4-BE49-F238E27FC236}">
                <a16:creationId xmlns:a16="http://schemas.microsoft.com/office/drawing/2014/main" id="{43AA7455-EF85-4D6C-ABB2-73B81E58CDEA}"/>
              </a:ext>
            </a:extLst>
          </p:cNvPr>
          <p:cNvSpPr>
            <a:spLocks xmlns:a="http://schemas.openxmlformats.org/drawingml/2006/main" noGrp="1"/>
          </p:cNvSpPr>
          <p:nvPr/>
        </p:nvSpPr>
        <p:spPr>
          <a:xfrm xmlns:a="http://schemas.openxmlformats.org/drawingml/2006/main">
            <a:off x="4838700" y="1619250"/>
            <a:ext cx="2247900" cy="1009650"/>
          </a:xfrm>
          <a:prstGeom xmlns:a="http://schemas.openxmlformats.org/drawingml/2006/main" prst="roundRect">
            <a:avLst>
              <a:gd name="adj" fmla="val 7547"/>
            </a:avLst>
          </a:prstGeom>
          <a:noFill xmlns:a="http://schemas.openxmlformats.org/drawingml/2006/main"/>
          <a:ln xmlns:a="http://schemas.openxmlformats.org/drawingml/2006/main" w="28575">
            <a:solidFill>
              <a:srgbClr val="26734D"/>
            </a:solidFill>
            <a:prstDash val="solid"/>
          </a:ln>
        </p:spPr>
      </p:sp>
      <p:sp>
        <p:nvSpPr>
          <p:cNvPr id="19" name="">
            <a:extLst xmlns:a="http://schemas.openxmlformats.org/drawingml/2006/main">
              <a:ext uri="{FF2B5EF4-FFF2-40B4-BE49-F238E27FC236}">
                <a16:creationId xmlns:a16="http://schemas.microsoft.com/office/drawing/2014/main" id="{3E845CB4-4CB6-4C32-8016-6AE60EE56E6F}"/>
              </a:ext>
            </a:extLst>
          </p:cNvPr>
          <p:cNvSpPr>
            <a:spLocks xmlns:a="http://schemas.openxmlformats.org/drawingml/2006/main" noGrp="1"/>
          </p:cNvSpPr>
          <p:nvPr/>
        </p:nvSpPr>
        <p:spPr>
          <a:xfrm xmlns:a="http://schemas.openxmlformats.org/drawingml/2006/main">
            <a:off x="6896100" y="1828800"/>
            <a:ext cx="285750" cy="285750"/>
          </a:xfrm>
          <a:prstGeom xmlns:a="http://schemas.openxmlformats.org/drawingml/2006/main" prst="ellipse">
            <a:avLst/>
          </a:prstGeom>
          <a:solidFill xmlns:a="http://schemas.openxmlformats.org/drawingml/2006/main">
            <a:srgbClr val="26734D"/>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20" name="">
            <a:extLst xmlns:a="http://schemas.openxmlformats.org/drawingml/2006/main">
              <a:ext uri="{FF2B5EF4-FFF2-40B4-BE49-F238E27FC236}">
                <a16:creationId xmlns:a16="http://schemas.microsoft.com/office/drawing/2014/main" id="{7018A585-4028-4F48-AFD3-605BD4945BAC}"/>
              </a:ext>
            </a:extLst>
          </p:cNvPr>
          <p:cNvSpPr>
            <a:spLocks xmlns:a="http://schemas.openxmlformats.org/drawingml/2006/main" noGrp="1"/>
          </p:cNvSpPr>
          <p:nvPr/>
        </p:nvSpPr>
        <p:spPr>
          <a:xfrm xmlns:a="http://schemas.openxmlformats.org/drawingml/2006/main">
            <a:off x="4838700" y="2971800"/>
            <a:ext cx="2247900" cy="1390650"/>
          </a:xfrm>
          <a:prstGeom xmlns:a="http://schemas.openxmlformats.org/drawingml/2006/main" prst="roundRect">
            <a:avLst>
              <a:gd name="adj" fmla="val 5479"/>
            </a:avLst>
          </a:prstGeom>
          <a:noFill xmlns:a="http://schemas.openxmlformats.org/drawingml/2006/main"/>
          <a:ln xmlns:a="http://schemas.openxmlformats.org/drawingml/2006/main" w="28575">
            <a:solidFill>
              <a:srgbClr val="26734D"/>
            </a:solidFill>
            <a:prstDash val="solid"/>
          </a:ln>
        </p:spPr>
      </p:sp>
      <p:sp>
        <p:nvSpPr>
          <p:cNvPr id="21" name="">
            <a:extLst xmlns:a="http://schemas.openxmlformats.org/drawingml/2006/main">
              <a:ext uri="{FF2B5EF4-FFF2-40B4-BE49-F238E27FC236}">
                <a16:creationId xmlns:a16="http://schemas.microsoft.com/office/drawing/2014/main" id="{EB28844A-DC69-4F7F-B62F-9FE7791C61F1}"/>
              </a:ext>
            </a:extLst>
          </p:cNvPr>
          <p:cNvSpPr>
            <a:spLocks xmlns:a="http://schemas.openxmlformats.org/drawingml/2006/main" noGrp="1"/>
          </p:cNvSpPr>
          <p:nvPr/>
        </p:nvSpPr>
        <p:spPr>
          <a:xfrm xmlns:a="http://schemas.openxmlformats.org/drawingml/2006/main">
            <a:off x="6896100" y="3219450"/>
            <a:ext cx="285750" cy="285750"/>
          </a:xfrm>
          <a:prstGeom xmlns:a="http://schemas.openxmlformats.org/drawingml/2006/main" prst="ellipse">
            <a:avLst/>
          </a:prstGeom>
          <a:solidFill xmlns:a="http://schemas.openxmlformats.org/drawingml/2006/main">
            <a:srgbClr val="26734D"/>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22" name="">
            <a:extLst xmlns:a="http://schemas.openxmlformats.org/drawingml/2006/main">
              <a:ext uri="{FF2B5EF4-FFF2-40B4-BE49-F238E27FC236}">
                <a16:creationId xmlns:a16="http://schemas.microsoft.com/office/drawing/2014/main" id="{E8BCB3FE-6982-4BD0-B3F0-7834176DC739}"/>
              </a:ext>
            </a:extLst>
          </p:cNvPr>
          <p:cNvSpPr>
            <a:spLocks xmlns:a="http://schemas.openxmlformats.org/drawingml/2006/main" noGrp="1"/>
          </p:cNvSpPr>
          <p:nvPr/>
        </p:nvSpPr>
        <p:spPr>
          <a:xfrm xmlns:a="http://schemas.openxmlformats.org/drawingml/2006/main">
            <a:off x="4838700" y="4857750"/>
            <a:ext cx="2247900" cy="1104900"/>
          </a:xfrm>
          <a:prstGeom xmlns:a="http://schemas.openxmlformats.org/drawingml/2006/main" prst="roundRect">
            <a:avLst>
              <a:gd name="adj" fmla="val 6897"/>
            </a:avLst>
          </a:prstGeom>
          <a:noFill xmlns:a="http://schemas.openxmlformats.org/drawingml/2006/main"/>
          <a:ln xmlns:a="http://schemas.openxmlformats.org/drawingml/2006/main" w="28575">
            <a:solidFill>
              <a:srgbClr val="26734D"/>
            </a:solidFill>
            <a:prstDash val="solid"/>
          </a:ln>
        </p:spPr>
      </p:sp>
      <p:sp>
        <p:nvSpPr>
          <p:cNvPr id="23" name="">
            <a:extLst xmlns:a="http://schemas.openxmlformats.org/drawingml/2006/main">
              <a:ext uri="{FF2B5EF4-FFF2-40B4-BE49-F238E27FC236}">
                <a16:creationId xmlns:a16="http://schemas.microsoft.com/office/drawing/2014/main" id="{621DBDC2-AB73-4FF4-91B9-6874B5746858}"/>
              </a:ext>
            </a:extLst>
          </p:cNvPr>
          <p:cNvSpPr>
            <a:spLocks xmlns:a="http://schemas.openxmlformats.org/drawingml/2006/main" noGrp="1"/>
          </p:cNvSpPr>
          <p:nvPr/>
        </p:nvSpPr>
        <p:spPr>
          <a:xfrm xmlns:a="http://schemas.openxmlformats.org/drawingml/2006/main">
            <a:off x="6896100" y="5143500"/>
            <a:ext cx="285750" cy="285750"/>
          </a:xfrm>
          <a:prstGeom xmlns:a="http://schemas.openxmlformats.org/drawingml/2006/main" prst="ellipse">
            <a:avLst/>
          </a:prstGeom>
          <a:solidFill xmlns:a="http://schemas.openxmlformats.org/drawingml/2006/main">
            <a:srgbClr val="26734D"/>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5</a:t>
            </a:r>
          </a:p>
        </p:txBody>
      </p:sp>
      <p:sp>
        <p:nvSpPr>
          <p:cNvPr id="24" name="">
            <a:extLst xmlns:a="http://schemas.openxmlformats.org/drawingml/2006/main">
              <a:ext uri="{FF2B5EF4-FFF2-40B4-BE49-F238E27FC236}">
                <a16:creationId xmlns:a16="http://schemas.microsoft.com/office/drawing/2014/main" id="{DDE93F9C-7CD5-4096-A7BC-DFCD8BE22D5D}"/>
              </a:ext>
            </a:extLst>
          </p:cNvPr>
          <p:cNvSpPr>
            <a:spLocks xmlns:a="http://schemas.openxmlformats.org/drawingml/2006/main" noGrp="1"/>
          </p:cNvSpPr>
          <p:nvPr/>
        </p:nvSpPr>
        <p:spPr>
          <a:xfrm xmlns:a="http://schemas.openxmlformats.org/drawingml/2006/main">
            <a:off x="7905750" y="1524000"/>
            <a:ext cx="304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16845B"/>
                </a:solidFill>
                <a:latin typeface="Arial"/>
                <a:ea typeface="Arial"/>
                <a:cs typeface="Arial"/>
              </a:defRPr>
            </a:pPr>
            <a:r>
              <a:rPr sz="1200" b="1">
                <a:solidFill>
                  <a:srgbClr val="16845B"/>
                </a:solidFill>
                <a:latin typeface="Arial"/>
                <a:ea typeface="Arial"/>
                <a:cs typeface="Arial"/>
              </a:rPr>
              <a:t>Completion evidence</a:t>
            </a:r>
          </a:p>
        </p:txBody>
      </p:sp>
      <p:sp>
        <p:nvSpPr>
          <p:cNvPr id="25" name="">
            <a:extLst xmlns:a="http://schemas.openxmlformats.org/drawingml/2006/main">
              <a:ext uri="{FF2B5EF4-FFF2-40B4-BE49-F238E27FC236}">
                <a16:creationId xmlns:a16="http://schemas.microsoft.com/office/drawing/2014/main" id="{38458BE1-2EC3-4069-8D3F-37FA9C9AFE67}"/>
              </a:ext>
            </a:extLst>
          </p:cNvPr>
          <p:cNvSpPr>
            <a:spLocks xmlns:a="http://schemas.openxmlformats.org/drawingml/2006/main" noGrp="1"/>
          </p:cNvSpPr>
          <p:nvPr/>
        </p:nvSpPr>
        <p:spPr>
          <a:xfrm xmlns:a="http://schemas.openxmlformats.org/drawingml/2006/main">
            <a:off x="7905750" y="1924050"/>
            <a:ext cx="31432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00" b="0">
                <a:solidFill>
                  <a:srgbClr val="173042"/>
                </a:solidFill>
                <a:latin typeface="Arial"/>
                <a:ea typeface="Arial"/>
                <a:cs typeface="Arial"/>
              </a:defRPr>
            </a:pPr>
            <a:r>
              <a:rPr sz="1500" b="0">
                <a:solidFill>
                  <a:srgbClr val="173042"/>
                </a:solidFill>
                <a:latin typeface="Arial"/>
                <a:ea typeface="Arial"/>
                <a:cs typeface="Arial"/>
              </a:rPr>
              <a:t>Residents can compare the original issue photo with the final proof and review every recorded work update.</a:t>
            </a:r>
          </a:p>
        </p:txBody>
      </p:sp>
      <p:sp>
        <p:nvSpPr>
          <p:cNvPr id="26" name="">
            <a:extLst xmlns:a="http://schemas.openxmlformats.org/drawingml/2006/main">
              <a:ext uri="{FF2B5EF4-FFF2-40B4-BE49-F238E27FC236}">
                <a16:creationId xmlns:a16="http://schemas.microsoft.com/office/drawing/2014/main" id="{A5471F98-FCB5-464D-90D8-837CAFAC54F6}"/>
              </a:ext>
            </a:extLst>
          </p:cNvPr>
          <p:cNvSpPr>
            <a:spLocks xmlns:a="http://schemas.openxmlformats.org/drawingml/2006/main" noGrp="1"/>
          </p:cNvSpPr>
          <p:nvPr/>
        </p:nvSpPr>
        <p:spPr>
          <a:xfrm xmlns:a="http://schemas.openxmlformats.org/drawingml/2006/main">
            <a:off x="7905750" y="3905250"/>
            <a:ext cx="304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607284"/>
                </a:solidFill>
                <a:latin typeface="Arial"/>
                <a:ea typeface="Arial"/>
                <a:cs typeface="Arial"/>
              </a:defRPr>
            </a:pPr>
            <a:r>
              <a:rPr sz="1350" b="0">
                <a:solidFill>
                  <a:srgbClr val="607284"/>
                </a:solidFill>
                <a:latin typeface="Arial"/>
                <a:ea typeface="Arial"/>
                <a:cs typeface="Arial"/>
              </a:rPr>
              <a:t>This closes the operational loop before feedback begins.</a:t>
            </a:r>
          </a:p>
        </p:txBody>
      </p:sp>
      <p:sp>
        <p:nvSpPr>
          <p:cNvPr id="27" name="">
            <a:extLst xmlns:a="http://schemas.openxmlformats.org/drawingml/2006/main">
              <a:ext uri="{FF2B5EF4-FFF2-40B4-BE49-F238E27FC236}">
                <a16:creationId xmlns:a16="http://schemas.microsoft.com/office/drawing/2014/main" id="{EE51214D-4101-4058-B846-041EA6A11C1B}"/>
              </a:ext>
            </a:extLst>
          </p:cNvPr>
          <p:cNvSpPr>
            <a:spLocks xmlns:a="http://schemas.openxmlformats.org/drawingml/2006/main" noGrp="1"/>
          </p:cNvSpPr>
          <p:nvPr/>
        </p:nvSpPr>
        <p:spPr>
          <a:xfrm xmlns:a="http://schemas.openxmlformats.org/drawingml/2006/main">
            <a:off x="457200" y="655320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825" b="0">
                <a:solidFill>
                  <a:srgbClr val="607284"/>
                </a:solidFill>
                <a:latin typeface="Arial"/>
                <a:ea typeface="Arial"/>
                <a:cs typeface="Arial"/>
              </a:defRPr>
            </a:pPr>
            <a:r>
              <a:rPr sz="825" b="0">
                <a:solidFill>
                  <a:srgbClr val="607284"/>
                </a:solidFill>
                <a:latin typeface="Arial"/>
                <a:ea typeface="Arial"/>
                <a:cs typeface="Arial"/>
              </a:rPr>
              <a:t>Nogor Shomadhan  •  Final user manual</a:t>
            </a:r>
          </a:p>
        </p:txBody>
      </p:sp>
      <p:sp>
        <p:nvSpPr>
          <p:cNvPr id="28" name="">
            <a:extLst xmlns:a="http://schemas.openxmlformats.org/drawingml/2006/main">
              <a:ext uri="{FF2B5EF4-FFF2-40B4-BE49-F238E27FC236}">
                <a16:creationId xmlns:a16="http://schemas.microsoft.com/office/drawing/2014/main" id="{55167586-8232-4775-84F2-C06D6991F63E}"/>
              </a:ext>
            </a:extLst>
          </p:cNvPr>
          <p:cNvSpPr>
            <a:spLocks xmlns:a="http://schemas.openxmlformats.org/drawingml/2006/main" noGrp="1"/>
          </p:cNvSpPr>
          <p:nvPr/>
        </p:nvSpPr>
        <p:spPr>
          <a:xfrm xmlns:a="http://schemas.openxmlformats.org/drawingml/2006/main">
            <a:off x="11372850" y="65341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900" b="1">
                <a:solidFill>
                  <a:srgbClr val="607284"/>
                </a:solidFill>
                <a:latin typeface="Arial"/>
                <a:ea typeface="Arial"/>
                <a:cs typeface="Arial"/>
              </a:defRPr>
            </a:pPr>
            <a:r>
              <a:rPr sz="900" b="1">
                <a:solidFill>
                  <a:srgbClr val="607284"/>
                </a:solidFill>
                <a:latin typeface="Arial"/>
                <a:ea typeface="Arial"/>
                <a:cs typeface="Arial"/>
              </a:rPr>
              <a:t>10</a:t>
            </a:r>
          </a:p>
        </p:txBody>
      </p:sp>
    </p:spTree>
    <p:extLst>
      <p:ext uri="{BB962C8B-B14F-4D97-AF65-F5344CB8AC3E}">
        <p14:creationId xmlns:p14="http://schemas.microsoft.com/office/powerpoint/2010/main" val="1649020301"/>
      </p:ext>
    </p:extLst>
  </p:cSld>
</p:sld>
</file>

<file path=ppt/slides/slide11.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617D84F4-CB9C-4874-843A-6BDAA0B4DC41}"/>
              </a:ext>
            </a:extLst>
          </p:cNvPr>
          <p:cNvSpPr>
            <a:spLocks xmlns:a="http://schemas.openxmlformats.org/drawingml/2006/main" noGrp="1"/>
          </p:cNvSpPr>
          <p:nvPr/>
        </p:nvSpPr>
        <p:spPr>
          <a:xfrm xmlns:a="http://schemas.openxmlformats.org/drawingml/2006/main">
            <a:off x="381000" y="266700"/>
            <a:ext cx="476250" cy="438150"/>
          </a:xfrm>
          <a:prstGeom xmlns:a="http://schemas.openxmlformats.org/drawingml/2006/main" prst="roundRect">
            <a:avLst>
              <a:gd name="adj" fmla="val 19565"/>
            </a:avLst>
          </a:prstGeom>
          <a:solidFill xmlns:a="http://schemas.openxmlformats.org/drawingml/2006/main">
            <a:srgbClr val="00475E"/>
          </a:solidFill>
          <a:ln xmlns:a="http://schemas.openxmlformats.org/drawingml/2006/main" w="9525">
            <a:solidFill>
              <a:srgbClr val="00475E"/>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10</a:t>
            </a:r>
          </a:p>
        </p:txBody>
      </p:sp>
      <p:sp>
        <p:nvSpPr>
          <p:cNvPr id="2" name="">
            <a:extLst xmlns:a="http://schemas.openxmlformats.org/drawingml/2006/main">
              <a:ext uri="{FF2B5EF4-FFF2-40B4-BE49-F238E27FC236}">
                <a16:creationId xmlns:a16="http://schemas.microsoft.com/office/drawing/2014/main" id="{11ED7374-203A-41EE-95CB-4C05A1A63720}"/>
              </a:ext>
            </a:extLst>
          </p:cNvPr>
          <p:cNvSpPr>
            <a:spLocks xmlns:a="http://schemas.openxmlformats.org/drawingml/2006/main" noGrp="1"/>
          </p:cNvSpPr>
          <p:nvPr/>
        </p:nvSpPr>
        <p:spPr>
          <a:xfrm xmlns:a="http://schemas.openxmlformats.org/drawingml/2006/main">
            <a:off x="990600" y="238125"/>
            <a:ext cx="828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325" b="1">
                <a:solidFill>
                  <a:srgbClr val="173042"/>
                </a:solidFill>
                <a:latin typeface="Arial"/>
                <a:ea typeface="Arial"/>
                <a:cs typeface="Arial"/>
              </a:defRPr>
            </a:pPr>
            <a:r>
              <a:rPr sz="2325" b="1">
                <a:solidFill>
                  <a:srgbClr val="173042"/>
                </a:solidFill>
                <a:latin typeface="Arial"/>
                <a:ea typeface="Arial"/>
                <a:cs typeface="Arial"/>
              </a:rPr>
              <a:t>Resident confirmation and feedback</a:t>
            </a:r>
          </a:p>
        </p:txBody>
      </p:sp>
      <p:sp>
        <p:nvSpPr>
          <p:cNvPr id="3" name="">
            <a:extLst xmlns:a="http://schemas.openxmlformats.org/drawingml/2006/main">
              <a:ext uri="{FF2B5EF4-FFF2-40B4-BE49-F238E27FC236}">
                <a16:creationId xmlns:a16="http://schemas.microsoft.com/office/drawing/2014/main" id="{16F54C21-5338-4BF5-9A81-42A75285ABC4}"/>
              </a:ext>
            </a:extLst>
          </p:cNvPr>
          <p:cNvSpPr>
            <a:spLocks xmlns:a="http://schemas.openxmlformats.org/drawingml/2006/main" noGrp="1"/>
          </p:cNvSpPr>
          <p:nvPr/>
        </p:nvSpPr>
        <p:spPr>
          <a:xfrm xmlns:a="http://schemas.openxmlformats.org/drawingml/2006/main">
            <a:off x="10477500" y="285750"/>
            <a:ext cx="1123950" cy="323850"/>
          </a:xfrm>
          <a:prstGeom xmlns:a="http://schemas.openxmlformats.org/drawingml/2006/main" prst="roundRect">
            <a:avLst>
              <a:gd name="adj" fmla="val 50000"/>
            </a:avLst>
          </a:prstGeom>
          <a:solidFill xmlns:a="http://schemas.openxmlformats.org/drawingml/2006/main">
            <a:srgbClr val="DDF3F0"/>
          </a:solidFill>
          <a:ln xmlns:a="http://schemas.openxmlformats.org/drawingml/2006/main" w="9525">
            <a:solidFill>
              <a:srgbClr val="DDF3F0"/>
            </a:solidFill>
            <a:prstDash val="solid"/>
          </a:ln>
        </p:spPr>
        <p:txBody>
          <a:bodyPr xmlns:a="http://schemas.openxmlformats.org/drawingml/2006/main" anchor="ctr">
            <a:noAutofit/>
          </a:bodyPr>
          <a:lstStyle xmlns:a="http://schemas.openxmlformats.org/drawingml/2006/main"/>
          <a:p xmlns:a="http://schemas.openxmlformats.org/drawingml/2006/main">
            <a:pPr algn="ctr">
              <a:defRPr sz="1125" b="1">
                <a:solidFill>
                  <a:srgbClr val="176B74"/>
                </a:solidFill>
                <a:latin typeface="Arial"/>
                <a:ea typeface="Arial"/>
                <a:cs typeface="Arial"/>
              </a:defRPr>
            </a:pPr>
            <a:r>
              <a:rPr sz="1125" b="1">
                <a:solidFill>
                  <a:srgbClr val="176B74"/>
                </a:solidFill>
                <a:latin typeface="Arial"/>
                <a:ea typeface="Arial"/>
                <a:cs typeface="Arial"/>
              </a:rPr>
              <a:t>Resident</a:t>
            </a:r>
          </a:p>
        </p:txBody>
      </p:sp>
      <p:sp>
        <p:nvSpPr>
          <p:cNvPr id="4" name="">
            <a:extLst xmlns:a="http://schemas.openxmlformats.org/drawingml/2006/main">
              <a:ext uri="{FF2B5EF4-FFF2-40B4-BE49-F238E27FC236}">
                <a16:creationId xmlns:a16="http://schemas.microsoft.com/office/drawing/2014/main" id="{06E5B245-91A4-484A-95E0-452D94E5EC36}"/>
              </a:ext>
            </a:extLst>
          </p:cNvPr>
          <p:cNvSpPr>
            <a:spLocks xmlns:a="http://schemas.openxmlformats.org/drawingml/2006/main" noGrp="1"/>
          </p:cNvSpPr>
          <p:nvPr/>
        </p:nvSpPr>
        <p:spPr>
          <a:xfrm xmlns:a="http://schemas.openxmlformats.org/drawingml/2006/main">
            <a:off x="381000" y="876300"/>
            <a:ext cx="1143000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5" name="">
            <a:extLst xmlns:a="http://schemas.openxmlformats.org/drawingml/2006/main">
              <a:ext uri="{FF2B5EF4-FFF2-40B4-BE49-F238E27FC236}">
                <a16:creationId xmlns:a16="http://schemas.microsoft.com/office/drawing/2014/main" id="{DE67C33E-4625-4727-A7BC-29E7943F124C}"/>
              </a:ext>
            </a:extLst>
          </p:cNvPr>
          <p:cNvSpPr>
            <a:spLocks xmlns:a="http://schemas.openxmlformats.org/drawingml/2006/main" noGrp="1"/>
          </p:cNvSpPr>
          <p:nvPr/>
        </p:nvSpPr>
        <p:spPr>
          <a:xfrm xmlns:a="http://schemas.openxmlformats.org/drawingml/2006/main">
            <a:off x="419100" y="118110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0C6F5E76-EF74-4B4E-932E-A031A8ED59DC}"/>
              </a:ext>
            </a:extLst>
          </p:cNvPr>
          <p:cNvSpPr>
            <a:spLocks xmlns:a="http://schemas.openxmlformats.org/drawingml/2006/main" noGrp="1"/>
          </p:cNvSpPr>
          <p:nvPr/>
        </p:nvSpPr>
        <p:spPr>
          <a:xfrm xmlns:a="http://schemas.openxmlformats.org/drawingml/2006/main">
            <a:off x="819150" y="1143000"/>
            <a:ext cx="29146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Open My Complaints and choose a resolved report.</a:t>
            </a:r>
          </a:p>
        </p:txBody>
      </p:sp>
      <p:sp>
        <p:nvSpPr>
          <p:cNvPr id="7" name="">
            <a:extLst xmlns:a="http://schemas.openxmlformats.org/drawingml/2006/main">
              <a:ext uri="{FF2B5EF4-FFF2-40B4-BE49-F238E27FC236}">
                <a16:creationId xmlns:a16="http://schemas.microsoft.com/office/drawing/2014/main" id="{9EBF9B27-6602-4984-87BB-595AB6001DEC}"/>
              </a:ext>
            </a:extLst>
          </p:cNvPr>
          <p:cNvSpPr>
            <a:spLocks xmlns:a="http://schemas.openxmlformats.org/drawingml/2006/main" noGrp="1"/>
          </p:cNvSpPr>
          <p:nvPr/>
        </p:nvSpPr>
        <p:spPr>
          <a:xfrm xmlns:a="http://schemas.openxmlformats.org/drawingml/2006/main">
            <a:off x="419100" y="205740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8" name="">
            <a:extLst xmlns:a="http://schemas.openxmlformats.org/drawingml/2006/main">
              <a:ext uri="{FF2B5EF4-FFF2-40B4-BE49-F238E27FC236}">
                <a16:creationId xmlns:a16="http://schemas.microsoft.com/office/drawing/2014/main" id="{B6C5C281-CC09-47B3-9B70-043BD2E43866}"/>
              </a:ext>
            </a:extLst>
          </p:cNvPr>
          <p:cNvSpPr>
            <a:spLocks xmlns:a="http://schemas.openxmlformats.org/drawingml/2006/main" noGrp="1"/>
          </p:cNvSpPr>
          <p:nvPr/>
        </p:nvSpPr>
        <p:spPr>
          <a:xfrm xmlns:a="http://schemas.openxmlformats.org/drawingml/2006/main">
            <a:off x="819150" y="2019300"/>
            <a:ext cx="29146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Review the resolution evidence and work history.</a:t>
            </a:r>
          </a:p>
        </p:txBody>
      </p:sp>
      <p:sp>
        <p:nvSpPr>
          <p:cNvPr id="9" name="">
            <a:extLst xmlns:a="http://schemas.openxmlformats.org/drawingml/2006/main">
              <a:ext uri="{FF2B5EF4-FFF2-40B4-BE49-F238E27FC236}">
                <a16:creationId xmlns:a16="http://schemas.microsoft.com/office/drawing/2014/main" id="{D6E47985-26C6-49C3-8403-015B1AC7DCB2}"/>
              </a:ext>
            </a:extLst>
          </p:cNvPr>
          <p:cNvSpPr>
            <a:spLocks xmlns:a="http://schemas.openxmlformats.org/drawingml/2006/main" noGrp="1"/>
          </p:cNvSpPr>
          <p:nvPr/>
        </p:nvSpPr>
        <p:spPr>
          <a:xfrm xmlns:a="http://schemas.openxmlformats.org/drawingml/2006/main">
            <a:off x="419100" y="293370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10" name="">
            <a:extLst xmlns:a="http://schemas.openxmlformats.org/drawingml/2006/main">
              <a:ext uri="{FF2B5EF4-FFF2-40B4-BE49-F238E27FC236}">
                <a16:creationId xmlns:a16="http://schemas.microsoft.com/office/drawing/2014/main" id="{CCD0249C-4ABF-48C6-A308-0D400D714C51}"/>
              </a:ext>
            </a:extLst>
          </p:cNvPr>
          <p:cNvSpPr>
            <a:spLocks xmlns:a="http://schemas.openxmlformats.org/drawingml/2006/main" noGrp="1"/>
          </p:cNvSpPr>
          <p:nvPr/>
        </p:nvSpPr>
        <p:spPr>
          <a:xfrm xmlns:a="http://schemas.openxmlformats.org/drawingml/2006/main">
            <a:off x="819150" y="2895600"/>
            <a:ext cx="29146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Scroll to Resident Feedback.</a:t>
            </a:r>
          </a:p>
        </p:txBody>
      </p:sp>
      <p:sp>
        <p:nvSpPr>
          <p:cNvPr id="11" name="">
            <a:extLst xmlns:a="http://schemas.openxmlformats.org/drawingml/2006/main">
              <a:ext uri="{FF2B5EF4-FFF2-40B4-BE49-F238E27FC236}">
                <a16:creationId xmlns:a16="http://schemas.microsoft.com/office/drawing/2014/main" id="{77EF1146-2227-481E-B837-8344CDD1D1D4}"/>
              </a:ext>
            </a:extLst>
          </p:cNvPr>
          <p:cNvSpPr>
            <a:spLocks xmlns:a="http://schemas.openxmlformats.org/drawingml/2006/main" noGrp="1"/>
          </p:cNvSpPr>
          <p:nvPr/>
        </p:nvSpPr>
        <p:spPr>
          <a:xfrm xmlns:a="http://schemas.openxmlformats.org/drawingml/2006/main">
            <a:off x="419100" y="381000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12" name="">
            <a:extLst xmlns:a="http://schemas.openxmlformats.org/drawingml/2006/main">
              <a:ext uri="{FF2B5EF4-FFF2-40B4-BE49-F238E27FC236}">
                <a16:creationId xmlns:a16="http://schemas.microsoft.com/office/drawing/2014/main" id="{CC403BBB-492C-49ED-A255-794C9437D02B}"/>
              </a:ext>
            </a:extLst>
          </p:cNvPr>
          <p:cNvSpPr>
            <a:spLocks xmlns:a="http://schemas.openxmlformats.org/drawingml/2006/main" noGrp="1"/>
          </p:cNvSpPr>
          <p:nvPr/>
        </p:nvSpPr>
        <p:spPr>
          <a:xfrm xmlns:a="http://schemas.openxmlformats.org/drawingml/2006/main">
            <a:off x="819150" y="3771900"/>
            <a:ext cx="29146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Choose a rating from one to five stars.</a:t>
            </a:r>
          </a:p>
        </p:txBody>
      </p:sp>
      <p:sp>
        <p:nvSpPr>
          <p:cNvPr id="13" name="">
            <a:extLst xmlns:a="http://schemas.openxmlformats.org/drawingml/2006/main">
              <a:ext uri="{FF2B5EF4-FFF2-40B4-BE49-F238E27FC236}">
                <a16:creationId xmlns:a16="http://schemas.microsoft.com/office/drawing/2014/main" id="{E3046972-59B4-45DD-9957-5173A65D4508}"/>
              </a:ext>
            </a:extLst>
          </p:cNvPr>
          <p:cNvSpPr>
            <a:spLocks xmlns:a="http://schemas.openxmlformats.org/drawingml/2006/main" noGrp="1"/>
          </p:cNvSpPr>
          <p:nvPr/>
        </p:nvSpPr>
        <p:spPr>
          <a:xfrm xmlns:a="http://schemas.openxmlformats.org/drawingml/2006/main">
            <a:off x="419100" y="468630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5</a:t>
            </a:r>
          </a:p>
        </p:txBody>
      </p:sp>
      <p:sp>
        <p:nvSpPr>
          <p:cNvPr id="14" name="">
            <a:extLst xmlns:a="http://schemas.openxmlformats.org/drawingml/2006/main">
              <a:ext uri="{FF2B5EF4-FFF2-40B4-BE49-F238E27FC236}">
                <a16:creationId xmlns:a16="http://schemas.microsoft.com/office/drawing/2014/main" id="{735AB81B-1EB4-4B6C-9051-230EE05239F5}"/>
              </a:ext>
            </a:extLst>
          </p:cNvPr>
          <p:cNvSpPr>
            <a:spLocks xmlns:a="http://schemas.openxmlformats.org/drawingml/2006/main" noGrp="1"/>
          </p:cNvSpPr>
          <p:nvPr/>
        </p:nvSpPr>
        <p:spPr>
          <a:xfrm xmlns:a="http://schemas.openxmlformats.org/drawingml/2006/main">
            <a:off x="819150" y="4648200"/>
            <a:ext cx="29146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Write a short comment and submit feedback.</a:t>
            </a:r>
          </a:p>
        </p:txBody>
      </p:sp>
      <p:sp>
        <p:nvSpPr>
          <p:cNvPr id="15" name="">
            <a:extLst xmlns:a="http://schemas.openxmlformats.org/drawingml/2006/main">
              <a:ext uri="{FF2B5EF4-FFF2-40B4-BE49-F238E27FC236}">
                <a16:creationId xmlns:a16="http://schemas.microsoft.com/office/drawing/2014/main" id="{0AECF26E-5365-4DFD-A00D-46D4B2C4877D}"/>
              </a:ext>
            </a:extLst>
          </p:cNvPr>
          <p:cNvSpPr>
            <a:spLocks xmlns:a="http://schemas.openxmlformats.org/drawingml/2006/main" noGrp="1"/>
          </p:cNvSpPr>
          <p:nvPr/>
        </p:nvSpPr>
        <p:spPr>
          <a:xfrm xmlns:a="http://schemas.openxmlformats.org/drawingml/2006/main">
            <a:off x="3962400" y="1028700"/>
            <a:ext cx="2305050" cy="4819650"/>
          </a:xfrm>
          <a:prstGeom xmlns:a="http://schemas.openxmlformats.org/drawingml/2006/main" prst="roundRect">
            <a:avLst>
              <a:gd name="adj" fmla="val 10331"/>
            </a:avLst>
          </a:prstGeom>
          <a:solidFill xmlns:a="http://schemas.openxmlformats.org/drawingml/2006/main">
            <a:srgbClr val="102A38"/>
          </a:solidFill>
          <a:ln xmlns:a="http://schemas.openxmlformats.org/drawingml/2006/main" w="9525">
            <a:solidFill>
              <a:srgbClr val="102A38"/>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4f3e8557f19b4142"/>
          <a:srcRect xmlns:a="http://schemas.openxmlformats.org/drawingml/2006/main" l="16" t="0" r="16" b="0"/>
          <a:stretch xmlns:a="http://schemas.openxmlformats.org/drawingml/2006/main">
            <a:fillRect l="0" t="0" r="0" b="0"/>
          </a:stretch>
        </p:blipFill>
        <p:spPr>
          <a:xfrm xmlns:a="http://schemas.openxmlformats.org/drawingml/2006/main">
            <a:off x="4038600" y="1104900"/>
            <a:ext cx="2152650" cy="4667250"/>
          </a:xfrm>
          <a:prstGeom xmlns:a="http://schemas.openxmlformats.org/drawingml/2006/main" prst="roundRect">
            <a:avLst>
              <a:gd name="adj" fmla="val 7965"/>
            </a:avLst>
          </a:prstGeom>
        </p:spPr>
      </p:pic>
      <p:sp>
        <p:nvSpPr>
          <p:cNvPr id="17" name="">
            <a:extLst xmlns:a="http://schemas.openxmlformats.org/drawingml/2006/main">
              <a:ext uri="{FF2B5EF4-FFF2-40B4-BE49-F238E27FC236}">
                <a16:creationId xmlns:a16="http://schemas.microsoft.com/office/drawing/2014/main" id="{BF03E425-C11F-45CA-8BDB-2C1D198628B6}"/>
              </a:ext>
            </a:extLst>
          </p:cNvPr>
          <p:cNvSpPr>
            <a:spLocks xmlns:a="http://schemas.openxmlformats.org/drawingml/2006/main" noGrp="1"/>
          </p:cNvSpPr>
          <p:nvPr/>
        </p:nvSpPr>
        <p:spPr>
          <a:xfrm xmlns:a="http://schemas.openxmlformats.org/drawingml/2006/main">
            <a:off x="3924300" y="59055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975" b="1">
                <a:solidFill>
                  <a:srgbClr val="607284"/>
                </a:solidFill>
                <a:latin typeface="Arial"/>
                <a:ea typeface="Arial"/>
                <a:cs typeface="Arial"/>
              </a:defRPr>
            </a:pPr>
            <a:r>
              <a:rPr sz="975" b="1">
                <a:solidFill>
                  <a:srgbClr val="607284"/>
                </a:solidFill>
                <a:latin typeface="Arial"/>
                <a:ea typeface="Arial"/>
                <a:cs typeface="Arial"/>
              </a:rPr>
              <a:t>My complaints</a:t>
            </a:r>
          </a:p>
        </p:txBody>
      </p:sp>
      <p:sp>
        <p:nvSpPr>
          <p:cNvPr id="18" name="">
            <a:extLst xmlns:a="http://schemas.openxmlformats.org/drawingml/2006/main">
              <a:ext uri="{FF2B5EF4-FFF2-40B4-BE49-F238E27FC236}">
                <a16:creationId xmlns:a16="http://schemas.microsoft.com/office/drawing/2014/main" id="{10D548FC-BB11-4331-84C8-718983CE063A}"/>
              </a:ext>
            </a:extLst>
          </p:cNvPr>
          <p:cNvSpPr>
            <a:spLocks xmlns:a="http://schemas.openxmlformats.org/drawingml/2006/main" noGrp="1"/>
          </p:cNvSpPr>
          <p:nvPr/>
        </p:nvSpPr>
        <p:spPr>
          <a:xfrm xmlns:a="http://schemas.openxmlformats.org/drawingml/2006/main">
            <a:off x="6915150" y="1028700"/>
            <a:ext cx="2305050" cy="4819650"/>
          </a:xfrm>
          <a:prstGeom xmlns:a="http://schemas.openxmlformats.org/drawingml/2006/main" prst="roundRect">
            <a:avLst>
              <a:gd name="adj" fmla="val 10331"/>
            </a:avLst>
          </a:prstGeom>
          <a:solidFill xmlns:a="http://schemas.openxmlformats.org/drawingml/2006/main">
            <a:srgbClr val="102A38"/>
          </a:solidFill>
          <a:ln xmlns:a="http://schemas.openxmlformats.org/drawingml/2006/main" w="9525">
            <a:solidFill>
              <a:srgbClr val="102A38"/>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0d5dbaeca7b34501"/>
          <a:srcRect xmlns:a="http://schemas.openxmlformats.org/drawingml/2006/main" l="16" t="0" r="16" b="0"/>
          <a:stretch xmlns:a="http://schemas.openxmlformats.org/drawingml/2006/main">
            <a:fillRect l="0" t="0" r="0" b="0"/>
          </a:stretch>
        </p:blipFill>
        <p:spPr>
          <a:xfrm xmlns:a="http://schemas.openxmlformats.org/drawingml/2006/main">
            <a:off x="6991350" y="1104900"/>
            <a:ext cx="2152650" cy="4667250"/>
          </a:xfrm>
          <a:prstGeom xmlns:a="http://schemas.openxmlformats.org/drawingml/2006/main" prst="roundRect">
            <a:avLst>
              <a:gd name="adj" fmla="val 7965"/>
            </a:avLst>
          </a:prstGeom>
        </p:spPr>
      </p:pic>
      <p:sp>
        <p:nvSpPr>
          <p:cNvPr id="20" name="">
            <a:extLst xmlns:a="http://schemas.openxmlformats.org/drawingml/2006/main">
              <a:ext uri="{FF2B5EF4-FFF2-40B4-BE49-F238E27FC236}">
                <a16:creationId xmlns:a16="http://schemas.microsoft.com/office/drawing/2014/main" id="{2FE9538D-63D8-49EB-BC7C-47EABEF1E18C}"/>
              </a:ext>
            </a:extLst>
          </p:cNvPr>
          <p:cNvSpPr>
            <a:spLocks xmlns:a="http://schemas.openxmlformats.org/drawingml/2006/main" noGrp="1"/>
          </p:cNvSpPr>
          <p:nvPr/>
        </p:nvSpPr>
        <p:spPr>
          <a:xfrm xmlns:a="http://schemas.openxmlformats.org/drawingml/2006/main">
            <a:off x="6877050" y="59055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975" b="1">
                <a:solidFill>
                  <a:srgbClr val="607284"/>
                </a:solidFill>
                <a:latin typeface="Arial"/>
                <a:ea typeface="Arial"/>
                <a:cs typeface="Arial"/>
              </a:defRPr>
            </a:pPr>
            <a:r>
              <a:rPr sz="975" b="1">
                <a:solidFill>
                  <a:srgbClr val="607284"/>
                </a:solidFill>
                <a:latin typeface="Arial"/>
                <a:ea typeface="Arial"/>
                <a:cs typeface="Arial"/>
              </a:rPr>
              <a:t>Feedback section</a:t>
            </a:r>
          </a:p>
        </p:txBody>
      </p:sp>
      <p:sp>
        <p:nvSpPr>
          <p:cNvPr id="21" name="">
            <a:extLst xmlns:a="http://schemas.openxmlformats.org/drawingml/2006/main">
              <a:ext uri="{FF2B5EF4-FFF2-40B4-BE49-F238E27FC236}">
                <a16:creationId xmlns:a16="http://schemas.microsoft.com/office/drawing/2014/main" id="{D7DA9227-7430-4A52-BA92-2142BDC1598C}"/>
              </a:ext>
            </a:extLst>
          </p:cNvPr>
          <p:cNvSpPr>
            <a:spLocks xmlns:a="http://schemas.openxmlformats.org/drawingml/2006/main" noGrp="1"/>
          </p:cNvSpPr>
          <p:nvPr/>
        </p:nvSpPr>
        <p:spPr>
          <a:xfrm xmlns:a="http://schemas.openxmlformats.org/drawingml/2006/main">
            <a:off x="4114800" y="2428875"/>
            <a:ext cx="2000250" cy="1695450"/>
          </a:xfrm>
          <a:prstGeom xmlns:a="http://schemas.openxmlformats.org/drawingml/2006/main" prst="roundRect">
            <a:avLst>
              <a:gd name="adj" fmla="val 4494"/>
            </a:avLst>
          </a:prstGeom>
          <a:noFill xmlns:a="http://schemas.openxmlformats.org/drawingml/2006/main"/>
          <a:ln xmlns:a="http://schemas.openxmlformats.org/drawingml/2006/main" w="28575">
            <a:solidFill>
              <a:srgbClr val="176B74"/>
            </a:solidFill>
            <a:prstDash val="solid"/>
          </a:ln>
        </p:spPr>
      </p:sp>
      <p:sp>
        <p:nvSpPr>
          <p:cNvPr id="22" name="">
            <a:extLst xmlns:a="http://schemas.openxmlformats.org/drawingml/2006/main">
              <a:ext uri="{FF2B5EF4-FFF2-40B4-BE49-F238E27FC236}">
                <a16:creationId xmlns:a16="http://schemas.microsoft.com/office/drawing/2014/main" id="{AE5105B6-6272-4CB2-AF63-A93AF9E5BCB3}"/>
              </a:ext>
            </a:extLst>
          </p:cNvPr>
          <p:cNvSpPr>
            <a:spLocks xmlns:a="http://schemas.openxmlformats.org/drawingml/2006/main" noGrp="1"/>
          </p:cNvSpPr>
          <p:nvPr/>
        </p:nvSpPr>
        <p:spPr>
          <a:xfrm xmlns:a="http://schemas.openxmlformats.org/drawingml/2006/main">
            <a:off x="5924550" y="2724150"/>
            <a:ext cx="285750" cy="285750"/>
          </a:xfrm>
          <a:prstGeom xmlns:a="http://schemas.openxmlformats.org/drawingml/2006/main" prst="ellipse">
            <a:avLst/>
          </a:prstGeom>
          <a:solidFill xmlns:a="http://schemas.openxmlformats.org/drawingml/2006/main">
            <a:srgbClr val="176B74"/>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1</a:t>
            </a:r>
          </a:p>
        </p:txBody>
      </p:sp>
      <p:sp>
        <p:nvSpPr>
          <p:cNvPr id="23" name="">
            <a:extLst xmlns:a="http://schemas.openxmlformats.org/drawingml/2006/main">
              <a:ext uri="{FF2B5EF4-FFF2-40B4-BE49-F238E27FC236}">
                <a16:creationId xmlns:a16="http://schemas.microsoft.com/office/drawing/2014/main" id="{D4D8B2F7-C510-4AAC-97F3-80DD6B392F34}"/>
              </a:ext>
            </a:extLst>
          </p:cNvPr>
          <p:cNvSpPr>
            <a:spLocks xmlns:a="http://schemas.openxmlformats.org/drawingml/2006/main" noGrp="1"/>
          </p:cNvSpPr>
          <p:nvPr/>
        </p:nvSpPr>
        <p:spPr>
          <a:xfrm xmlns:a="http://schemas.openxmlformats.org/drawingml/2006/main">
            <a:off x="7067550" y="2857500"/>
            <a:ext cx="2000250" cy="819150"/>
          </a:xfrm>
          <a:prstGeom xmlns:a="http://schemas.openxmlformats.org/drawingml/2006/main" prst="roundRect">
            <a:avLst>
              <a:gd name="adj" fmla="val 9302"/>
            </a:avLst>
          </a:prstGeom>
          <a:noFill xmlns:a="http://schemas.openxmlformats.org/drawingml/2006/main"/>
          <a:ln xmlns:a="http://schemas.openxmlformats.org/drawingml/2006/main" w="28575">
            <a:solidFill>
              <a:srgbClr val="176B74"/>
            </a:solidFill>
            <a:prstDash val="solid"/>
          </a:ln>
        </p:spPr>
      </p:sp>
      <p:sp>
        <p:nvSpPr>
          <p:cNvPr id="24" name="">
            <a:extLst xmlns:a="http://schemas.openxmlformats.org/drawingml/2006/main">
              <a:ext uri="{FF2B5EF4-FFF2-40B4-BE49-F238E27FC236}">
                <a16:creationId xmlns:a16="http://schemas.microsoft.com/office/drawing/2014/main" id="{97D3C23C-0AC1-42C9-A1A1-C4B41B375ABA}"/>
              </a:ext>
            </a:extLst>
          </p:cNvPr>
          <p:cNvSpPr>
            <a:spLocks xmlns:a="http://schemas.openxmlformats.org/drawingml/2006/main" noGrp="1"/>
          </p:cNvSpPr>
          <p:nvPr/>
        </p:nvSpPr>
        <p:spPr>
          <a:xfrm xmlns:a="http://schemas.openxmlformats.org/drawingml/2006/main">
            <a:off x="8877300" y="3105150"/>
            <a:ext cx="285750" cy="285750"/>
          </a:xfrm>
          <a:prstGeom xmlns:a="http://schemas.openxmlformats.org/drawingml/2006/main" prst="ellipse">
            <a:avLst/>
          </a:prstGeom>
          <a:solidFill xmlns:a="http://schemas.openxmlformats.org/drawingml/2006/main">
            <a:srgbClr val="176B74"/>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25" name="">
            <a:extLst xmlns:a="http://schemas.openxmlformats.org/drawingml/2006/main">
              <a:ext uri="{FF2B5EF4-FFF2-40B4-BE49-F238E27FC236}">
                <a16:creationId xmlns:a16="http://schemas.microsoft.com/office/drawing/2014/main" id="{FFDB6CD3-F658-496C-B90F-78061394B89A}"/>
              </a:ext>
            </a:extLst>
          </p:cNvPr>
          <p:cNvSpPr>
            <a:spLocks xmlns:a="http://schemas.openxmlformats.org/drawingml/2006/main" noGrp="1"/>
          </p:cNvSpPr>
          <p:nvPr/>
        </p:nvSpPr>
        <p:spPr>
          <a:xfrm xmlns:a="http://schemas.openxmlformats.org/drawingml/2006/main">
            <a:off x="7067550" y="3667125"/>
            <a:ext cx="2000250" cy="571500"/>
          </a:xfrm>
          <a:prstGeom xmlns:a="http://schemas.openxmlformats.org/drawingml/2006/main" prst="roundRect">
            <a:avLst>
              <a:gd name="adj" fmla="val 13333"/>
            </a:avLst>
          </a:prstGeom>
          <a:noFill xmlns:a="http://schemas.openxmlformats.org/drawingml/2006/main"/>
          <a:ln xmlns:a="http://schemas.openxmlformats.org/drawingml/2006/main" w="28575">
            <a:solidFill>
              <a:srgbClr val="176B74"/>
            </a:solidFill>
            <a:prstDash val="solid"/>
          </a:ln>
        </p:spPr>
      </p:sp>
      <p:sp>
        <p:nvSpPr>
          <p:cNvPr id="26" name="">
            <a:extLst xmlns:a="http://schemas.openxmlformats.org/drawingml/2006/main">
              <a:ext uri="{FF2B5EF4-FFF2-40B4-BE49-F238E27FC236}">
                <a16:creationId xmlns:a16="http://schemas.microsoft.com/office/drawing/2014/main" id="{B534021F-D18E-4AC4-B0F9-FA01E48F4248}"/>
              </a:ext>
            </a:extLst>
          </p:cNvPr>
          <p:cNvSpPr>
            <a:spLocks xmlns:a="http://schemas.openxmlformats.org/drawingml/2006/main" noGrp="1"/>
          </p:cNvSpPr>
          <p:nvPr/>
        </p:nvSpPr>
        <p:spPr>
          <a:xfrm xmlns:a="http://schemas.openxmlformats.org/drawingml/2006/main">
            <a:off x="8877300" y="3857625"/>
            <a:ext cx="285750" cy="285750"/>
          </a:xfrm>
          <a:prstGeom xmlns:a="http://schemas.openxmlformats.org/drawingml/2006/main" prst="ellipse">
            <a:avLst/>
          </a:prstGeom>
          <a:solidFill xmlns:a="http://schemas.openxmlformats.org/drawingml/2006/main">
            <a:srgbClr val="176B74"/>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27" name="">
            <a:extLst xmlns:a="http://schemas.openxmlformats.org/drawingml/2006/main">
              <a:ext uri="{FF2B5EF4-FFF2-40B4-BE49-F238E27FC236}">
                <a16:creationId xmlns:a16="http://schemas.microsoft.com/office/drawing/2014/main" id="{81236737-20DD-4D5D-AA81-43938792D11B}"/>
              </a:ext>
            </a:extLst>
          </p:cNvPr>
          <p:cNvSpPr>
            <a:spLocks xmlns:a="http://schemas.openxmlformats.org/drawingml/2006/main" noGrp="1"/>
          </p:cNvSpPr>
          <p:nvPr/>
        </p:nvSpPr>
        <p:spPr>
          <a:xfrm xmlns:a="http://schemas.openxmlformats.org/drawingml/2006/main">
            <a:off x="7067550" y="4333875"/>
            <a:ext cx="2000250" cy="1028700"/>
          </a:xfrm>
          <a:prstGeom xmlns:a="http://schemas.openxmlformats.org/drawingml/2006/main" prst="roundRect">
            <a:avLst>
              <a:gd name="adj" fmla="val 7407"/>
            </a:avLst>
          </a:prstGeom>
          <a:noFill xmlns:a="http://schemas.openxmlformats.org/drawingml/2006/main"/>
          <a:ln xmlns:a="http://schemas.openxmlformats.org/drawingml/2006/main" w="28575">
            <a:solidFill>
              <a:srgbClr val="176B74"/>
            </a:solidFill>
            <a:prstDash val="solid"/>
          </a:ln>
        </p:spPr>
      </p:sp>
      <p:sp>
        <p:nvSpPr>
          <p:cNvPr id="28" name="">
            <a:extLst xmlns:a="http://schemas.openxmlformats.org/drawingml/2006/main">
              <a:ext uri="{FF2B5EF4-FFF2-40B4-BE49-F238E27FC236}">
                <a16:creationId xmlns:a16="http://schemas.microsoft.com/office/drawing/2014/main" id="{EE191FD2-BE6E-4A06-9C0F-8F85F4967344}"/>
              </a:ext>
            </a:extLst>
          </p:cNvPr>
          <p:cNvSpPr>
            <a:spLocks xmlns:a="http://schemas.openxmlformats.org/drawingml/2006/main" noGrp="1"/>
          </p:cNvSpPr>
          <p:nvPr/>
        </p:nvSpPr>
        <p:spPr>
          <a:xfrm xmlns:a="http://schemas.openxmlformats.org/drawingml/2006/main">
            <a:off x="8877300" y="4762500"/>
            <a:ext cx="285750" cy="285750"/>
          </a:xfrm>
          <a:prstGeom xmlns:a="http://schemas.openxmlformats.org/drawingml/2006/main" prst="ellipse">
            <a:avLst/>
          </a:prstGeom>
          <a:solidFill xmlns:a="http://schemas.openxmlformats.org/drawingml/2006/main">
            <a:srgbClr val="176B74"/>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5</a:t>
            </a:r>
          </a:p>
        </p:txBody>
      </p:sp>
      <p:sp>
        <p:nvSpPr>
          <p:cNvPr id="29" name="">
            <a:extLst xmlns:a="http://schemas.openxmlformats.org/drawingml/2006/main">
              <a:ext uri="{FF2B5EF4-FFF2-40B4-BE49-F238E27FC236}">
                <a16:creationId xmlns:a16="http://schemas.microsoft.com/office/drawing/2014/main" id="{4665B0FD-8EBF-4F18-88EE-6CD3BDCAE1EB}"/>
              </a:ext>
            </a:extLst>
          </p:cNvPr>
          <p:cNvSpPr>
            <a:spLocks xmlns:a="http://schemas.openxmlformats.org/drawingml/2006/main" noGrp="1"/>
          </p:cNvSpPr>
          <p:nvPr/>
        </p:nvSpPr>
        <p:spPr>
          <a:xfrm xmlns:a="http://schemas.openxmlformats.org/drawingml/2006/main">
            <a:off x="9620250" y="1952625"/>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176B74"/>
                </a:solidFill>
                <a:latin typeface="Arial"/>
                <a:ea typeface="Arial"/>
                <a:cs typeface="Arial"/>
              </a:defRPr>
            </a:pPr>
            <a:r>
              <a:rPr sz="1200" b="1">
                <a:solidFill>
                  <a:srgbClr val="176B74"/>
                </a:solidFill>
                <a:latin typeface="Arial"/>
                <a:ea typeface="Arial"/>
                <a:cs typeface="Arial"/>
              </a:rPr>
              <a:t>Outcome</a:t>
            </a:r>
          </a:p>
        </p:txBody>
      </p:sp>
      <p:sp>
        <p:nvSpPr>
          <p:cNvPr id="30" name="">
            <a:extLst xmlns:a="http://schemas.openxmlformats.org/drawingml/2006/main">
              <a:ext uri="{FF2B5EF4-FFF2-40B4-BE49-F238E27FC236}">
                <a16:creationId xmlns:a16="http://schemas.microsoft.com/office/drawing/2014/main" id="{42E48446-DE10-4AC9-92D4-4419C05E8BF2}"/>
              </a:ext>
            </a:extLst>
          </p:cNvPr>
          <p:cNvSpPr>
            <a:spLocks xmlns:a="http://schemas.openxmlformats.org/drawingml/2006/main" noGrp="1"/>
          </p:cNvSpPr>
          <p:nvPr/>
        </p:nvSpPr>
        <p:spPr>
          <a:xfrm xmlns:a="http://schemas.openxmlformats.org/drawingml/2006/main">
            <a:off x="9620250" y="2333625"/>
            <a:ext cx="19526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173042"/>
                </a:solidFill>
                <a:latin typeface="Arial"/>
                <a:ea typeface="Arial"/>
                <a:cs typeface="Arial"/>
              </a:defRPr>
            </a:pPr>
            <a:r>
              <a:rPr sz="1350" b="0">
                <a:solidFill>
                  <a:srgbClr val="173042"/>
                </a:solidFill>
                <a:latin typeface="Arial"/>
                <a:ea typeface="Arial"/>
                <a:cs typeface="Arial"/>
              </a:rPr>
              <a:t>Feedback gives authorities a visible quality signal after the technical work is complete.</a:t>
            </a:r>
          </a:p>
        </p:txBody>
      </p:sp>
      <p:sp>
        <p:nvSpPr>
          <p:cNvPr id="31" name="">
            <a:extLst xmlns:a="http://schemas.openxmlformats.org/drawingml/2006/main">
              <a:ext uri="{FF2B5EF4-FFF2-40B4-BE49-F238E27FC236}">
                <a16:creationId xmlns:a16="http://schemas.microsoft.com/office/drawing/2014/main" id="{A53AC228-4BDB-47E0-B144-6BB5A2CE795E}"/>
              </a:ext>
            </a:extLst>
          </p:cNvPr>
          <p:cNvSpPr>
            <a:spLocks xmlns:a="http://schemas.openxmlformats.org/drawingml/2006/main" noGrp="1"/>
          </p:cNvSpPr>
          <p:nvPr/>
        </p:nvSpPr>
        <p:spPr>
          <a:xfrm xmlns:a="http://schemas.openxmlformats.org/drawingml/2006/main">
            <a:off x="457200" y="655320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825" b="0">
                <a:solidFill>
                  <a:srgbClr val="607284"/>
                </a:solidFill>
                <a:latin typeface="Arial"/>
                <a:ea typeface="Arial"/>
                <a:cs typeface="Arial"/>
              </a:defRPr>
            </a:pPr>
            <a:r>
              <a:rPr sz="825" b="0">
                <a:solidFill>
                  <a:srgbClr val="607284"/>
                </a:solidFill>
                <a:latin typeface="Arial"/>
                <a:ea typeface="Arial"/>
                <a:cs typeface="Arial"/>
              </a:rPr>
              <a:t>Nogor Shomadhan  •  Final user manual</a:t>
            </a:r>
          </a:p>
        </p:txBody>
      </p:sp>
      <p:sp>
        <p:nvSpPr>
          <p:cNvPr id="32" name="">
            <a:extLst xmlns:a="http://schemas.openxmlformats.org/drawingml/2006/main">
              <a:ext uri="{FF2B5EF4-FFF2-40B4-BE49-F238E27FC236}">
                <a16:creationId xmlns:a16="http://schemas.microsoft.com/office/drawing/2014/main" id="{D14C3EFE-3A76-4460-9E93-528C5833EA94}"/>
              </a:ext>
            </a:extLst>
          </p:cNvPr>
          <p:cNvSpPr>
            <a:spLocks xmlns:a="http://schemas.openxmlformats.org/drawingml/2006/main" noGrp="1"/>
          </p:cNvSpPr>
          <p:nvPr/>
        </p:nvSpPr>
        <p:spPr>
          <a:xfrm xmlns:a="http://schemas.openxmlformats.org/drawingml/2006/main">
            <a:off x="11372850" y="65341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900" b="1">
                <a:solidFill>
                  <a:srgbClr val="607284"/>
                </a:solidFill>
                <a:latin typeface="Arial"/>
                <a:ea typeface="Arial"/>
                <a:cs typeface="Arial"/>
              </a:defRPr>
            </a:pPr>
            <a:r>
              <a:rPr sz="900" b="1">
                <a:solidFill>
                  <a:srgbClr val="607284"/>
                </a:solidFill>
                <a:latin typeface="Arial"/>
                <a:ea typeface="Arial"/>
                <a:cs typeface="Arial"/>
              </a:rPr>
              <a:t>11</a:t>
            </a:r>
          </a:p>
        </p:txBody>
      </p:sp>
    </p:spTree>
    <p:extLst>
      <p:ext uri="{BB962C8B-B14F-4D97-AF65-F5344CB8AC3E}">
        <p14:creationId xmlns:p14="http://schemas.microsoft.com/office/powerpoint/2010/main" val="1634911721"/>
      </p:ext>
    </p:extLst>
  </p:cSld>
</p:sld>
</file>

<file path=ppt/slides/slide12.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AACB4AC8-6508-47D6-A8D6-ABF2F67B1ABF}"/>
              </a:ext>
            </a:extLst>
          </p:cNvPr>
          <p:cNvSpPr>
            <a:spLocks xmlns:a="http://schemas.openxmlformats.org/drawingml/2006/main" noGrp="1"/>
          </p:cNvSpPr>
          <p:nvPr/>
        </p:nvSpPr>
        <p:spPr>
          <a:xfrm xmlns:a="http://schemas.openxmlformats.org/drawingml/2006/main">
            <a:off x="381000" y="266700"/>
            <a:ext cx="476250" cy="438150"/>
          </a:xfrm>
          <a:prstGeom xmlns:a="http://schemas.openxmlformats.org/drawingml/2006/main" prst="roundRect">
            <a:avLst>
              <a:gd name="adj" fmla="val 19565"/>
            </a:avLst>
          </a:prstGeom>
          <a:solidFill xmlns:a="http://schemas.openxmlformats.org/drawingml/2006/main">
            <a:srgbClr val="00475E"/>
          </a:solidFill>
          <a:ln xmlns:a="http://schemas.openxmlformats.org/drawingml/2006/main" w="9525">
            <a:solidFill>
              <a:srgbClr val="00475E"/>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11</a:t>
            </a:r>
          </a:p>
        </p:txBody>
      </p:sp>
      <p:sp>
        <p:nvSpPr>
          <p:cNvPr id="2" name="">
            <a:extLst xmlns:a="http://schemas.openxmlformats.org/drawingml/2006/main">
              <a:ext uri="{FF2B5EF4-FFF2-40B4-BE49-F238E27FC236}">
                <a16:creationId xmlns:a16="http://schemas.microsoft.com/office/drawing/2014/main" id="{7D357679-0BEE-4A3D-AEC1-739BFDCC86F4}"/>
              </a:ext>
            </a:extLst>
          </p:cNvPr>
          <p:cNvSpPr>
            <a:spLocks xmlns:a="http://schemas.openxmlformats.org/drawingml/2006/main" noGrp="1"/>
          </p:cNvSpPr>
          <p:nvPr/>
        </p:nvSpPr>
        <p:spPr>
          <a:xfrm xmlns:a="http://schemas.openxmlformats.org/drawingml/2006/main">
            <a:off x="990600" y="238125"/>
            <a:ext cx="828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325" b="1">
                <a:solidFill>
                  <a:srgbClr val="173042"/>
                </a:solidFill>
                <a:latin typeface="Arial"/>
                <a:ea typeface="Arial"/>
                <a:cs typeface="Arial"/>
              </a:defRPr>
            </a:pPr>
            <a:r>
              <a:rPr sz="2325" b="1">
                <a:solidFill>
                  <a:srgbClr val="173042"/>
                </a:solidFill>
                <a:latin typeface="Arial"/>
                <a:ea typeface="Arial"/>
                <a:cs typeface="Arial"/>
              </a:rPr>
              <a:t>Notifications, analytics, and PDF reports</a:t>
            </a:r>
          </a:p>
        </p:txBody>
      </p:sp>
      <p:sp>
        <p:nvSpPr>
          <p:cNvPr id="3" name="">
            <a:extLst xmlns:a="http://schemas.openxmlformats.org/drawingml/2006/main">
              <a:ext uri="{FF2B5EF4-FFF2-40B4-BE49-F238E27FC236}">
                <a16:creationId xmlns:a16="http://schemas.microsoft.com/office/drawing/2014/main" id="{C38311E8-3F13-4F4E-9863-9A508720C45D}"/>
              </a:ext>
            </a:extLst>
          </p:cNvPr>
          <p:cNvSpPr>
            <a:spLocks xmlns:a="http://schemas.openxmlformats.org/drawingml/2006/main" noGrp="1"/>
          </p:cNvSpPr>
          <p:nvPr/>
        </p:nvSpPr>
        <p:spPr>
          <a:xfrm xmlns:a="http://schemas.openxmlformats.org/drawingml/2006/main">
            <a:off x="10477500" y="285750"/>
            <a:ext cx="1123950" cy="323850"/>
          </a:xfrm>
          <a:prstGeom xmlns:a="http://schemas.openxmlformats.org/drawingml/2006/main" prst="roundRect">
            <a:avLst>
              <a:gd name="adj" fmla="val 50000"/>
            </a:avLst>
          </a:prstGeom>
          <a:solidFill xmlns:a="http://schemas.openxmlformats.org/drawingml/2006/main">
            <a:srgbClr val="DDF3F0"/>
          </a:solidFill>
          <a:ln xmlns:a="http://schemas.openxmlformats.org/drawingml/2006/main" w="9525">
            <a:solidFill>
              <a:srgbClr val="DDF3F0"/>
            </a:solidFill>
            <a:prstDash val="solid"/>
          </a:ln>
        </p:spPr>
        <p:txBody>
          <a:bodyPr xmlns:a="http://schemas.openxmlformats.org/drawingml/2006/main" anchor="ctr">
            <a:noAutofit/>
          </a:bodyPr>
          <a:lstStyle xmlns:a="http://schemas.openxmlformats.org/drawingml/2006/main"/>
          <a:p xmlns:a="http://schemas.openxmlformats.org/drawingml/2006/main">
            <a:pPr algn="ctr">
              <a:defRPr sz="1125" b="1">
                <a:solidFill>
                  <a:srgbClr val="176B74"/>
                </a:solidFill>
                <a:latin typeface="Arial"/>
                <a:ea typeface="Arial"/>
                <a:cs typeface="Arial"/>
              </a:defRPr>
            </a:pPr>
            <a:r>
              <a:rPr sz="1125" b="1">
                <a:solidFill>
                  <a:srgbClr val="176B74"/>
                </a:solidFill>
                <a:latin typeface="Arial"/>
                <a:ea typeface="Arial"/>
                <a:cs typeface="Arial"/>
              </a:rPr>
              <a:t>Resident</a:t>
            </a:r>
          </a:p>
        </p:txBody>
      </p:sp>
      <p:sp>
        <p:nvSpPr>
          <p:cNvPr id="4" name="">
            <a:extLst xmlns:a="http://schemas.openxmlformats.org/drawingml/2006/main">
              <a:ext uri="{FF2B5EF4-FFF2-40B4-BE49-F238E27FC236}">
                <a16:creationId xmlns:a16="http://schemas.microsoft.com/office/drawing/2014/main" id="{519305CE-C2F7-4C2F-9507-322ADB92C657}"/>
              </a:ext>
            </a:extLst>
          </p:cNvPr>
          <p:cNvSpPr>
            <a:spLocks xmlns:a="http://schemas.openxmlformats.org/drawingml/2006/main" noGrp="1"/>
          </p:cNvSpPr>
          <p:nvPr/>
        </p:nvSpPr>
        <p:spPr>
          <a:xfrm xmlns:a="http://schemas.openxmlformats.org/drawingml/2006/main">
            <a:off x="381000" y="876300"/>
            <a:ext cx="1143000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5" name="">
            <a:extLst xmlns:a="http://schemas.openxmlformats.org/drawingml/2006/main">
              <a:ext uri="{FF2B5EF4-FFF2-40B4-BE49-F238E27FC236}">
                <a16:creationId xmlns:a16="http://schemas.microsoft.com/office/drawing/2014/main" id="{495275F5-A701-496D-948D-52532B9901A2}"/>
              </a:ext>
            </a:extLst>
          </p:cNvPr>
          <p:cNvSpPr>
            <a:spLocks xmlns:a="http://schemas.openxmlformats.org/drawingml/2006/main" noGrp="1"/>
          </p:cNvSpPr>
          <p:nvPr/>
        </p:nvSpPr>
        <p:spPr>
          <a:xfrm xmlns:a="http://schemas.openxmlformats.org/drawingml/2006/main">
            <a:off x="419100" y="118110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DCF47136-B7A9-4944-AFF2-AF1DBA561717}"/>
              </a:ext>
            </a:extLst>
          </p:cNvPr>
          <p:cNvSpPr>
            <a:spLocks xmlns:a="http://schemas.openxmlformats.org/drawingml/2006/main" noGrp="1"/>
          </p:cNvSpPr>
          <p:nvPr/>
        </p:nvSpPr>
        <p:spPr>
          <a:xfrm xmlns:a="http://schemas.openxmlformats.org/drawingml/2006/main">
            <a:off x="819150" y="1143000"/>
            <a:ext cx="2933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Open Notifications to review status and community updates.</a:t>
            </a:r>
          </a:p>
        </p:txBody>
      </p:sp>
      <p:sp>
        <p:nvSpPr>
          <p:cNvPr id="7" name="">
            <a:extLst xmlns:a="http://schemas.openxmlformats.org/drawingml/2006/main">
              <a:ext uri="{FF2B5EF4-FFF2-40B4-BE49-F238E27FC236}">
                <a16:creationId xmlns:a16="http://schemas.microsoft.com/office/drawing/2014/main" id="{4342FD4D-EFA1-445E-B22B-1556CCF743FC}"/>
              </a:ext>
            </a:extLst>
          </p:cNvPr>
          <p:cNvSpPr>
            <a:spLocks xmlns:a="http://schemas.openxmlformats.org/drawingml/2006/main" noGrp="1"/>
          </p:cNvSpPr>
          <p:nvPr/>
        </p:nvSpPr>
        <p:spPr>
          <a:xfrm xmlns:a="http://schemas.openxmlformats.org/drawingml/2006/main">
            <a:off x="419100" y="205740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8" name="">
            <a:extLst xmlns:a="http://schemas.openxmlformats.org/drawingml/2006/main">
              <a:ext uri="{FF2B5EF4-FFF2-40B4-BE49-F238E27FC236}">
                <a16:creationId xmlns:a16="http://schemas.microsoft.com/office/drawing/2014/main" id="{0DB5781D-53AD-4E7B-8AA4-998446B28AD3}"/>
              </a:ext>
            </a:extLst>
          </p:cNvPr>
          <p:cNvSpPr>
            <a:spLocks xmlns:a="http://schemas.openxmlformats.org/drawingml/2006/main" noGrp="1"/>
          </p:cNvSpPr>
          <p:nvPr/>
        </p:nvSpPr>
        <p:spPr>
          <a:xfrm xmlns:a="http://schemas.openxmlformats.org/drawingml/2006/main">
            <a:off x="819150" y="2019300"/>
            <a:ext cx="2933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Tap an actionable alert to return to its complaint.</a:t>
            </a:r>
          </a:p>
        </p:txBody>
      </p:sp>
      <p:sp>
        <p:nvSpPr>
          <p:cNvPr id="9" name="">
            <a:extLst xmlns:a="http://schemas.openxmlformats.org/drawingml/2006/main">
              <a:ext uri="{FF2B5EF4-FFF2-40B4-BE49-F238E27FC236}">
                <a16:creationId xmlns:a16="http://schemas.microsoft.com/office/drawing/2014/main" id="{330F5C17-6BFC-4480-A27D-269B66B3BB21}"/>
              </a:ext>
            </a:extLst>
          </p:cNvPr>
          <p:cNvSpPr>
            <a:spLocks xmlns:a="http://schemas.openxmlformats.org/drawingml/2006/main" noGrp="1"/>
          </p:cNvSpPr>
          <p:nvPr/>
        </p:nvSpPr>
        <p:spPr>
          <a:xfrm xmlns:a="http://schemas.openxmlformats.org/drawingml/2006/main">
            <a:off x="419100" y="293370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10" name="">
            <a:extLst xmlns:a="http://schemas.openxmlformats.org/drawingml/2006/main">
              <a:ext uri="{FF2B5EF4-FFF2-40B4-BE49-F238E27FC236}">
                <a16:creationId xmlns:a16="http://schemas.microsoft.com/office/drawing/2014/main" id="{74A8542A-EB4A-42DB-AECE-860599592083}"/>
              </a:ext>
            </a:extLst>
          </p:cNvPr>
          <p:cNvSpPr>
            <a:spLocks xmlns:a="http://schemas.openxmlformats.org/drawingml/2006/main" noGrp="1"/>
          </p:cNvSpPr>
          <p:nvPr/>
        </p:nvSpPr>
        <p:spPr>
          <a:xfrm xmlns:a="http://schemas.openxmlformats.org/drawingml/2006/main">
            <a:off x="819150" y="2895600"/>
            <a:ext cx="2933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Open Analytics and choose All Complaints or My Complaints.</a:t>
            </a:r>
          </a:p>
        </p:txBody>
      </p:sp>
      <p:sp>
        <p:nvSpPr>
          <p:cNvPr id="11" name="">
            <a:extLst xmlns:a="http://schemas.openxmlformats.org/drawingml/2006/main">
              <a:ext uri="{FF2B5EF4-FFF2-40B4-BE49-F238E27FC236}">
                <a16:creationId xmlns:a16="http://schemas.microsoft.com/office/drawing/2014/main" id="{27579E4D-98C4-4AA5-B15A-72628131739B}"/>
              </a:ext>
            </a:extLst>
          </p:cNvPr>
          <p:cNvSpPr>
            <a:spLocks xmlns:a="http://schemas.openxmlformats.org/drawingml/2006/main" noGrp="1"/>
          </p:cNvSpPr>
          <p:nvPr/>
        </p:nvSpPr>
        <p:spPr>
          <a:xfrm xmlns:a="http://schemas.openxmlformats.org/drawingml/2006/main">
            <a:off x="419100" y="381000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12" name="">
            <a:extLst xmlns:a="http://schemas.openxmlformats.org/drawingml/2006/main">
              <a:ext uri="{FF2B5EF4-FFF2-40B4-BE49-F238E27FC236}">
                <a16:creationId xmlns:a16="http://schemas.microsoft.com/office/drawing/2014/main" id="{1947761A-9780-486A-A447-A03A1E28F5C4}"/>
              </a:ext>
            </a:extLst>
          </p:cNvPr>
          <p:cNvSpPr>
            <a:spLocks xmlns:a="http://schemas.openxmlformats.org/drawingml/2006/main" noGrp="1"/>
          </p:cNvSpPr>
          <p:nvPr/>
        </p:nvSpPr>
        <p:spPr>
          <a:xfrm xmlns:a="http://schemas.openxmlformats.org/drawingml/2006/main">
            <a:off x="819150" y="3771900"/>
            <a:ext cx="2933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Select a reporting period to refresh the metrics.</a:t>
            </a:r>
          </a:p>
        </p:txBody>
      </p:sp>
      <p:sp>
        <p:nvSpPr>
          <p:cNvPr id="13" name="">
            <a:extLst xmlns:a="http://schemas.openxmlformats.org/drawingml/2006/main">
              <a:ext uri="{FF2B5EF4-FFF2-40B4-BE49-F238E27FC236}">
                <a16:creationId xmlns:a16="http://schemas.microsoft.com/office/drawing/2014/main" id="{F4FE682A-53FA-4563-BA97-C3CBA913DA6D}"/>
              </a:ext>
            </a:extLst>
          </p:cNvPr>
          <p:cNvSpPr>
            <a:spLocks xmlns:a="http://schemas.openxmlformats.org/drawingml/2006/main" noGrp="1"/>
          </p:cNvSpPr>
          <p:nvPr/>
        </p:nvSpPr>
        <p:spPr>
          <a:xfrm xmlns:a="http://schemas.openxmlformats.org/drawingml/2006/main">
            <a:off x="419100" y="468630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5</a:t>
            </a:r>
          </a:p>
        </p:txBody>
      </p:sp>
      <p:sp>
        <p:nvSpPr>
          <p:cNvPr id="14" name="">
            <a:extLst xmlns:a="http://schemas.openxmlformats.org/drawingml/2006/main">
              <a:ext uri="{FF2B5EF4-FFF2-40B4-BE49-F238E27FC236}">
                <a16:creationId xmlns:a16="http://schemas.microsoft.com/office/drawing/2014/main" id="{42E8FEA5-064E-46DD-A83D-1BA83C46B642}"/>
              </a:ext>
            </a:extLst>
          </p:cNvPr>
          <p:cNvSpPr>
            <a:spLocks xmlns:a="http://schemas.openxmlformats.org/drawingml/2006/main" noGrp="1"/>
          </p:cNvSpPr>
          <p:nvPr/>
        </p:nvSpPr>
        <p:spPr>
          <a:xfrm xmlns:a="http://schemas.openxmlformats.org/drawingml/2006/main">
            <a:off x="819150" y="4648200"/>
            <a:ext cx="2933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Download a PDF report when a shareable summary is needed.</a:t>
            </a:r>
          </a:p>
        </p:txBody>
      </p:sp>
      <p:sp>
        <p:nvSpPr>
          <p:cNvPr id="15" name="">
            <a:extLst xmlns:a="http://schemas.openxmlformats.org/drawingml/2006/main">
              <a:ext uri="{FF2B5EF4-FFF2-40B4-BE49-F238E27FC236}">
                <a16:creationId xmlns:a16="http://schemas.microsoft.com/office/drawing/2014/main" id="{1097B8C4-3732-4179-9BCC-EBE6028310E4}"/>
              </a:ext>
            </a:extLst>
          </p:cNvPr>
          <p:cNvSpPr>
            <a:spLocks xmlns:a="http://schemas.openxmlformats.org/drawingml/2006/main" noGrp="1"/>
          </p:cNvSpPr>
          <p:nvPr/>
        </p:nvSpPr>
        <p:spPr>
          <a:xfrm xmlns:a="http://schemas.openxmlformats.org/drawingml/2006/main">
            <a:off x="3981450" y="1028700"/>
            <a:ext cx="2305050" cy="4819650"/>
          </a:xfrm>
          <a:prstGeom xmlns:a="http://schemas.openxmlformats.org/drawingml/2006/main" prst="roundRect">
            <a:avLst>
              <a:gd name="adj" fmla="val 10331"/>
            </a:avLst>
          </a:prstGeom>
          <a:solidFill xmlns:a="http://schemas.openxmlformats.org/drawingml/2006/main">
            <a:srgbClr val="102A38"/>
          </a:solidFill>
          <a:ln xmlns:a="http://schemas.openxmlformats.org/drawingml/2006/main" w="9525">
            <a:solidFill>
              <a:srgbClr val="102A38"/>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7df2dbe4f9b143a2"/>
          <a:srcRect xmlns:a="http://schemas.openxmlformats.org/drawingml/2006/main" l="16" t="0" r="16" b="0"/>
          <a:stretch xmlns:a="http://schemas.openxmlformats.org/drawingml/2006/main">
            <a:fillRect l="0" t="0" r="0" b="0"/>
          </a:stretch>
        </p:blipFill>
        <p:spPr>
          <a:xfrm xmlns:a="http://schemas.openxmlformats.org/drawingml/2006/main">
            <a:off x="4057650" y="1104900"/>
            <a:ext cx="2152650" cy="4667250"/>
          </a:xfrm>
          <a:prstGeom xmlns:a="http://schemas.openxmlformats.org/drawingml/2006/main" prst="roundRect">
            <a:avLst>
              <a:gd name="adj" fmla="val 7965"/>
            </a:avLst>
          </a:prstGeom>
        </p:spPr>
      </p:pic>
      <p:sp>
        <p:nvSpPr>
          <p:cNvPr id="17" name="">
            <a:extLst xmlns:a="http://schemas.openxmlformats.org/drawingml/2006/main">
              <a:ext uri="{FF2B5EF4-FFF2-40B4-BE49-F238E27FC236}">
                <a16:creationId xmlns:a16="http://schemas.microsoft.com/office/drawing/2014/main" id="{EB70775C-A6F6-4D9A-9A63-4C93D3291526}"/>
              </a:ext>
            </a:extLst>
          </p:cNvPr>
          <p:cNvSpPr>
            <a:spLocks xmlns:a="http://schemas.openxmlformats.org/drawingml/2006/main" noGrp="1"/>
          </p:cNvSpPr>
          <p:nvPr/>
        </p:nvSpPr>
        <p:spPr>
          <a:xfrm xmlns:a="http://schemas.openxmlformats.org/drawingml/2006/main">
            <a:off x="3943350" y="59055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975" b="1">
                <a:solidFill>
                  <a:srgbClr val="607284"/>
                </a:solidFill>
                <a:latin typeface="Arial"/>
                <a:ea typeface="Arial"/>
                <a:cs typeface="Arial"/>
              </a:defRPr>
            </a:pPr>
            <a:r>
              <a:rPr sz="975" b="1">
                <a:solidFill>
                  <a:srgbClr val="607284"/>
                </a:solidFill>
                <a:latin typeface="Arial"/>
                <a:ea typeface="Arial"/>
                <a:cs typeface="Arial"/>
              </a:rPr>
              <a:t>Notifications</a:t>
            </a:r>
          </a:p>
        </p:txBody>
      </p:sp>
      <p:sp>
        <p:nvSpPr>
          <p:cNvPr id="18" name="">
            <a:extLst xmlns:a="http://schemas.openxmlformats.org/drawingml/2006/main">
              <a:ext uri="{FF2B5EF4-FFF2-40B4-BE49-F238E27FC236}">
                <a16:creationId xmlns:a16="http://schemas.microsoft.com/office/drawing/2014/main" id="{D86A1965-C01A-46B8-A7AC-261712A7C033}"/>
              </a:ext>
            </a:extLst>
          </p:cNvPr>
          <p:cNvSpPr>
            <a:spLocks xmlns:a="http://schemas.openxmlformats.org/drawingml/2006/main" noGrp="1"/>
          </p:cNvSpPr>
          <p:nvPr/>
        </p:nvSpPr>
        <p:spPr>
          <a:xfrm xmlns:a="http://schemas.openxmlformats.org/drawingml/2006/main">
            <a:off x="6953250" y="1028700"/>
            <a:ext cx="2305050" cy="4819650"/>
          </a:xfrm>
          <a:prstGeom xmlns:a="http://schemas.openxmlformats.org/drawingml/2006/main" prst="roundRect">
            <a:avLst>
              <a:gd name="adj" fmla="val 10331"/>
            </a:avLst>
          </a:prstGeom>
          <a:solidFill xmlns:a="http://schemas.openxmlformats.org/drawingml/2006/main">
            <a:srgbClr val="102A38"/>
          </a:solidFill>
          <a:ln xmlns:a="http://schemas.openxmlformats.org/drawingml/2006/main" w="9525">
            <a:solidFill>
              <a:srgbClr val="102A38"/>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dbf753d2dc0447c7"/>
          <a:srcRect xmlns:a="http://schemas.openxmlformats.org/drawingml/2006/main" l="16" t="0" r="16" b="0"/>
          <a:stretch xmlns:a="http://schemas.openxmlformats.org/drawingml/2006/main">
            <a:fillRect l="0" t="0" r="0" b="0"/>
          </a:stretch>
        </p:blipFill>
        <p:spPr>
          <a:xfrm xmlns:a="http://schemas.openxmlformats.org/drawingml/2006/main">
            <a:off x="7029450" y="1104900"/>
            <a:ext cx="2152650" cy="4667250"/>
          </a:xfrm>
          <a:prstGeom xmlns:a="http://schemas.openxmlformats.org/drawingml/2006/main" prst="roundRect">
            <a:avLst>
              <a:gd name="adj" fmla="val 7965"/>
            </a:avLst>
          </a:prstGeom>
        </p:spPr>
      </p:pic>
      <p:sp>
        <p:nvSpPr>
          <p:cNvPr id="20" name="">
            <a:extLst xmlns:a="http://schemas.openxmlformats.org/drawingml/2006/main">
              <a:ext uri="{FF2B5EF4-FFF2-40B4-BE49-F238E27FC236}">
                <a16:creationId xmlns:a16="http://schemas.microsoft.com/office/drawing/2014/main" id="{CBC614A6-1B7C-4496-9542-7AB8CD95AB8A}"/>
              </a:ext>
            </a:extLst>
          </p:cNvPr>
          <p:cNvSpPr>
            <a:spLocks xmlns:a="http://schemas.openxmlformats.org/drawingml/2006/main" noGrp="1"/>
          </p:cNvSpPr>
          <p:nvPr/>
        </p:nvSpPr>
        <p:spPr>
          <a:xfrm xmlns:a="http://schemas.openxmlformats.org/drawingml/2006/main">
            <a:off x="6915150" y="59055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975" b="1">
                <a:solidFill>
                  <a:srgbClr val="607284"/>
                </a:solidFill>
                <a:latin typeface="Arial"/>
                <a:ea typeface="Arial"/>
                <a:cs typeface="Arial"/>
              </a:defRPr>
            </a:pPr>
            <a:r>
              <a:rPr sz="975" b="1">
                <a:solidFill>
                  <a:srgbClr val="607284"/>
                </a:solidFill>
                <a:latin typeface="Arial"/>
                <a:ea typeface="Arial"/>
                <a:cs typeface="Arial"/>
              </a:rPr>
              <a:t>Complaint analytics</a:t>
            </a:r>
          </a:p>
        </p:txBody>
      </p:sp>
      <p:sp>
        <p:nvSpPr>
          <p:cNvPr id="21" name="">
            <a:extLst xmlns:a="http://schemas.openxmlformats.org/drawingml/2006/main">
              <a:ext uri="{FF2B5EF4-FFF2-40B4-BE49-F238E27FC236}">
                <a16:creationId xmlns:a16="http://schemas.microsoft.com/office/drawing/2014/main" id="{BB38B4C2-E41E-4D41-8369-0B0E5D8E12C7}"/>
              </a:ext>
            </a:extLst>
          </p:cNvPr>
          <p:cNvSpPr>
            <a:spLocks xmlns:a="http://schemas.openxmlformats.org/drawingml/2006/main" noGrp="1"/>
          </p:cNvSpPr>
          <p:nvPr/>
        </p:nvSpPr>
        <p:spPr>
          <a:xfrm xmlns:a="http://schemas.openxmlformats.org/drawingml/2006/main">
            <a:off x="4133850" y="2286000"/>
            <a:ext cx="2000250" cy="2000250"/>
          </a:xfrm>
          <a:prstGeom xmlns:a="http://schemas.openxmlformats.org/drawingml/2006/main" prst="roundRect">
            <a:avLst>
              <a:gd name="adj" fmla="val 3810"/>
            </a:avLst>
          </a:prstGeom>
          <a:noFill xmlns:a="http://schemas.openxmlformats.org/drawingml/2006/main"/>
          <a:ln xmlns:a="http://schemas.openxmlformats.org/drawingml/2006/main" w="28575">
            <a:solidFill>
              <a:srgbClr val="176B74"/>
            </a:solidFill>
            <a:prstDash val="solid"/>
          </a:ln>
        </p:spPr>
      </p:sp>
      <p:sp>
        <p:nvSpPr>
          <p:cNvPr id="22" name="">
            <a:extLst xmlns:a="http://schemas.openxmlformats.org/drawingml/2006/main">
              <a:ext uri="{FF2B5EF4-FFF2-40B4-BE49-F238E27FC236}">
                <a16:creationId xmlns:a16="http://schemas.microsoft.com/office/drawing/2014/main" id="{92FAB742-0C8C-48DF-BBB5-E3DFD4E4774A}"/>
              </a:ext>
            </a:extLst>
          </p:cNvPr>
          <p:cNvSpPr>
            <a:spLocks xmlns:a="http://schemas.openxmlformats.org/drawingml/2006/main" noGrp="1"/>
          </p:cNvSpPr>
          <p:nvPr/>
        </p:nvSpPr>
        <p:spPr>
          <a:xfrm xmlns:a="http://schemas.openxmlformats.org/drawingml/2006/main">
            <a:off x="5943600" y="2686050"/>
            <a:ext cx="285750" cy="285750"/>
          </a:xfrm>
          <a:prstGeom xmlns:a="http://schemas.openxmlformats.org/drawingml/2006/main" prst="ellipse">
            <a:avLst/>
          </a:prstGeom>
          <a:solidFill xmlns:a="http://schemas.openxmlformats.org/drawingml/2006/main">
            <a:srgbClr val="176B74"/>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23" name="">
            <a:extLst xmlns:a="http://schemas.openxmlformats.org/drawingml/2006/main">
              <a:ext uri="{FF2B5EF4-FFF2-40B4-BE49-F238E27FC236}">
                <a16:creationId xmlns:a16="http://schemas.microsoft.com/office/drawing/2014/main" id="{FB904869-7869-4C2F-9D09-408C2198ABAC}"/>
              </a:ext>
            </a:extLst>
          </p:cNvPr>
          <p:cNvSpPr>
            <a:spLocks xmlns:a="http://schemas.openxmlformats.org/drawingml/2006/main" noGrp="1"/>
          </p:cNvSpPr>
          <p:nvPr/>
        </p:nvSpPr>
        <p:spPr>
          <a:xfrm xmlns:a="http://schemas.openxmlformats.org/drawingml/2006/main">
            <a:off x="7105650" y="1524000"/>
            <a:ext cx="2000250" cy="952500"/>
          </a:xfrm>
          <a:prstGeom xmlns:a="http://schemas.openxmlformats.org/drawingml/2006/main" prst="roundRect">
            <a:avLst>
              <a:gd name="adj" fmla="val 8000"/>
            </a:avLst>
          </a:prstGeom>
          <a:noFill xmlns:a="http://schemas.openxmlformats.org/drawingml/2006/main"/>
          <a:ln xmlns:a="http://schemas.openxmlformats.org/drawingml/2006/main" w="28575">
            <a:solidFill>
              <a:srgbClr val="176B74"/>
            </a:solidFill>
            <a:prstDash val="solid"/>
          </a:ln>
        </p:spPr>
      </p:sp>
      <p:sp>
        <p:nvSpPr>
          <p:cNvPr id="24" name="">
            <a:extLst xmlns:a="http://schemas.openxmlformats.org/drawingml/2006/main">
              <a:ext uri="{FF2B5EF4-FFF2-40B4-BE49-F238E27FC236}">
                <a16:creationId xmlns:a16="http://schemas.microsoft.com/office/drawing/2014/main" id="{44756724-FBF2-4604-838B-E758A03F5999}"/>
              </a:ext>
            </a:extLst>
          </p:cNvPr>
          <p:cNvSpPr>
            <a:spLocks xmlns:a="http://schemas.openxmlformats.org/drawingml/2006/main" noGrp="1"/>
          </p:cNvSpPr>
          <p:nvPr/>
        </p:nvSpPr>
        <p:spPr>
          <a:xfrm xmlns:a="http://schemas.openxmlformats.org/drawingml/2006/main">
            <a:off x="8915400" y="1762125"/>
            <a:ext cx="285750" cy="285750"/>
          </a:xfrm>
          <a:prstGeom xmlns:a="http://schemas.openxmlformats.org/drawingml/2006/main" prst="ellipse">
            <a:avLst/>
          </a:prstGeom>
          <a:solidFill xmlns:a="http://schemas.openxmlformats.org/drawingml/2006/main">
            <a:srgbClr val="176B74"/>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25" name="">
            <a:extLst xmlns:a="http://schemas.openxmlformats.org/drawingml/2006/main">
              <a:ext uri="{FF2B5EF4-FFF2-40B4-BE49-F238E27FC236}">
                <a16:creationId xmlns:a16="http://schemas.microsoft.com/office/drawing/2014/main" id="{F5DF00A9-F234-4570-847D-F930C5B14461}"/>
              </a:ext>
            </a:extLst>
          </p:cNvPr>
          <p:cNvSpPr>
            <a:spLocks xmlns:a="http://schemas.openxmlformats.org/drawingml/2006/main" noGrp="1"/>
          </p:cNvSpPr>
          <p:nvPr/>
        </p:nvSpPr>
        <p:spPr>
          <a:xfrm xmlns:a="http://schemas.openxmlformats.org/drawingml/2006/main">
            <a:off x="7105650" y="2428875"/>
            <a:ext cx="2000250" cy="685800"/>
          </a:xfrm>
          <a:prstGeom xmlns:a="http://schemas.openxmlformats.org/drawingml/2006/main" prst="roundRect">
            <a:avLst>
              <a:gd name="adj" fmla="val 11111"/>
            </a:avLst>
          </a:prstGeom>
          <a:noFill xmlns:a="http://schemas.openxmlformats.org/drawingml/2006/main"/>
          <a:ln xmlns:a="http://schemas.openxmlformats.org/drawingml/2006/main" w="28575">
            <a:solidFill>
              <a:srgbClr val="176B74"/>
            </a:solidFill>
            <a:prstDash val="solid"/>
          </a:ln>
        </p:spPr>
      </p:sp>
      <p:sp>
        <p:nvSpPr>
          <p:cNvPr id="26" name="">
            <a:extLst xmlns:a="http://schemas.openxmlformats.org/drawingml/2006/main">
              <a:ext uri="{FF2B5EF4-FFF2-40B4-BE49-F238E27FC236}">
                <a16:creationId xmlns:a16="http://schemas.microsoft.com/office/drawing/2014/main" id="{871245BE-4832-45DB-8EA9-46B017986626}"/>
              </a:ext>
            </a:extLst>
          </p:cNvPr>
          <p:cNvSpPr>
            <a:spLocks xmlns:a="http://schemas.openxmlformats.org/drawingml/2006/main" noGrp="1"/>
          </p:cNvSpPr>
          <p:nvPr/>
        </p:nvSpPr>
        <p:spPr>
          <a:xfrm xmlns:a="http://schemas.openxmlformats.org/drawingml/2006/main">
            <a:off x="8915400" y="2619375"/>
            <a:ext cx="285750" cy="285750"/>
          </a:xfrm>
          <a:prstGeom xmlns:a="http://schemas.openxmlformats.org/drawingml/2006/main" prst="ellipse">
            <a:avLst/>
          </a:prstGeom>
          <a:solidFill xmlns:a="http://schemas.openxmlformats.org/drawingml/2006/main">
            <a:srgbClr val="176B74"/>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27" name="">
            <a:extLst xmlns:a="http://schemas.openxmlformats.org/drawingml/2006/main">
              <a:ext uri="{FF2B5EF4-FFF2-40B4-BE49-F238E27FC236}">
                <a16:creationId xmlns:a16="http://schemas.microsoft.com/office/drawing/2014/main" id="{0B09214D-0FEC-42A0-9385-F53736C9B5B8}"/>
              </a:ext>
            </a:extLst>
          </p:cNvPr>
          <p:cNvSpPr>
            <a:spLocks xmlns:a="http://schemas.openxmlformats.org/drawingml/2006/main" noGrp="1"/>
          </p:cNvSpPr>
          <p:nvPr/>
        </p:nvSpPr>
        <p:spPr>
          <a:xfrm xmlns:a="http://schemas.openxmlformats.org/drawingml/2006/main">
            <a:off x="7762875" y="1104900"/>
            <a:ext cx="1343025" cy="476250"/>
          </a:xfrm>
          <a:prstGeom xmlns:a="http://schemas.openxmlformats.org/drawingml/2006/main" prst="roundRect">
            <a:avLst>
              <a:gd name="adj" fmla="val 16000"/>
            </a:avLst>
          </a:prstGeom>
          <a:noFill xmlns:a="http://schemas.openxmlformats.org/drawingml/2006/main"/>
          <a:ln xmlns:a="http://schemas.openxmlformats.org/drawingml/2006/main" w="28575">
            <a:solidFill>
              <a:srgbClr val="176B74"/>
            </a:solidFill>
            <a:prstDash val="solid"/>
          </a:ln>
        </p:spPr>
      </p:sp>
      <p:sp>
        <p:nvSpPr>
          <p:cNvPr id="28" name="">
            <a:extLst xmlns:a="http://schemas.openxmlformats.org/drawingml/2006/main">
              <a:ext uri="{FF2B5EF4-FFF2-40B4-BE49-F238E27FC236}">
                <a16:creationId xmlns:a16="http://schemas.microsoft.com/office/drawing/2014/main" id="{6278E1F6-8D1E-4487-92AB-9A8C1E69E51C}"/>
              </a:ext>
            </a:extLst>
          </p:cNvPr>
          <p:cNvSpPr>
            <a:spLocks xmlns:a="http://schemas.openxmlformats.org/drawingml/2006/main" noGrp="1"/>
          </p:cNvSpPr>
          <p:nvPr/>
        </p:nvSpPr>
        <p:spPr>
          <a:xfrm xmlns:a="http://schemas.openxmlformats.org/drawingml/2006/main">
            <a:off x="8915400" y="1095375"/>
            <a:ext cx="285750" cy="285750"/>
          </a:xfrm>
          <a:prstGeom xmlns:a="http://schemas.openxmlformats.org/drawingml/2006/main" prst="ellipse">
            <a:avLst/>
          </a:prstGeom>
          <a:solidFill xmlns:a="http://schemas.openxmlformats.org/drawingml/2006/main">
            <a:srgbClr val="176B74"/>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5</a:t>
            </a:r>
          </a:p>
        </p:txBody>
      </p:sp>
      <p:sp>
        <p:nvSpPr>
          <p:cNvPr id="29" name="">
            <a:extLst xmlns:a="http://schemas.openxmlformats.org/drawingml/2006/main">
              <a:ext uri="{FF2B5EF4-FFF2-40B4-BE49-F238E27FC236}">
                <a16:creationId xmlns:a16="http://schemas.microsoft.com/office/drawing/2014/main" id="{C89877E4-C7D1-44B8-AAFD-8334C570B308}"/>
              </a:ext>
            </a:extLst>
          </p:cNvPr>
          <p:cNvSpPr>
            <a:spLocks xmlns:a="http://schemas.openxmlformats.org/drawingml/2006/main" noGrp="1"/>
          </p:cNvSpPr>
          <p:nvPr/>
        </p:nvSpPr>
        <p:spPr>
          <a:xfrm xmlns:a="http://schemas.openxmlformats.org/drawingml/2006/main">
            <a:off x="9620250" y="1952625"/>
            <a:ext cx="1762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125" b="1">
                <a:solidFill>
                  <a:srgbClr val="B9681C"/>
                </a:solidFill>
                <a:latin typeface="Arial"/>
                <a:ea typeface="Arial"/>
                <a:cs typeface="Arial"/>
              </a:defRPr>
            </a:pPr>
            <a:r>
              <a:rPr sz="1125" b="1">
                <a:solidFill>
                  <a:srgbClr val="B9681C"/>
                </a:solidFill>
                <a:latin typeface="Arial"/>
                <a:ea typeface="Arial"/>
                <a:cs typeface="Arial"/>
              </a:rPr>
              <a:t>Use in the demo</a:t>
            </a:r>
          </a:p>
        </p:txBody>
      </p:sp>
      <p:sp>
        <p:nvSpPr>
          <p:cNvPr id="30" name="">
            <a:extLst xmlns:a="http://schemas.openxmlformats.org/drawingml/2006/main">
              <a:ext uri="{FF2B5EF4-FFF2-40B4-BE49-F238E27FC236}">
                <a16:creationId xmlns:a16="http://schemas.microsoft.com/office/drawing/2014/main" id="{550F15A2-9AA3-4B13-9D82-B1FA04DDDD0E}"/>
              </a:ext>
            </a:extLst>
          </p:cNvPr>
          <p:cNvSpPr>
            <a:spLocks xmlns:a="http://schemas.openxmlformats.org/drawingml/2006/main" noGrp="1"/>
          </p:cNvSpPr>
          <p:nvPr/>
        </p:nvSpPr>
        <p:spPr>
          <a:xfrm xmlns:a="http://schemas.openxmlformats.org/drawingml/2006/main">
            <a:off x="9620250" y="2333625"/>
            <a:ext cx="195262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173042"/>
                </a:solidFill>
                <a:latin typeface="Arial"/>
                <a:ea typeface="Arial"/>
                <a:cs typeface="Arial"/>
              </a:defRPr>
            </a:pPr>
            <a:r>
              <a:rPr sz="1350" b="0">
                <a:solidFill>
                  <a:srgbClr val="173042"/>
                </a:solidFill>
                <a:latin typeface="Arial"/>
                <a:ea typeface="Arial"/>
                <a:cs typeface="Arial"/>
              </a:rPr>
              <a:t>Show one notification and one analytics filter. Mention PDF export without waiting for the share sheet.</a:t>
            </a:r>
          </a:p>
        </p:txBody>
      </p:sp>
      <p:sp>
        <p:nvSpPr>
          <p:cNvPr id="31" name="">
            <a:extLst xmlns:a="http://schemas.openxmlformats.org/drawingml/2006/main">
              <a:ext uri="{FF2B5EF4-FFF2-40B4-BE49-F238E27FC236}">
                <a16:creationId xmlns:a16="http://schemas.microsoft.com/office/drawing/2014/main" id="{F1979FEF-EB42-443F-9477-DBECFD5CB8CA}"/>
              </a:ext>
            </a:extLst>
          </p:cNvPr>
          <p:cNvSpPr>
            <a:spLocks xmlns:a="http://schemas.openxmlformats.org/drawingml/2006/main" noGrp="1"/>
          </p:cNvSpPr>
          <p:nvPr/>
        </p:nvSpPr>
        <p:spPr>
          <a:xfrm xmlns:a="http://schemas.openxmlformats.org/drawingml/2006/main">
            <a:off x="457200" y="655320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825" b="0">
                <a:solidFill>
                  <a:srgbClr val="607284"/>
                </a:solidFill>
                <a:latin typeface="Arial"/>
                <a:ea typeface="Arial"/>
                <a:cs typeface="Arial"/>
              </a:defRPr>
            </a:pPr>
            <a:r>
              <a:rPr sz="825" b="0">
                <a:solidFill>
                  <a:srgbClr val="607284"/>
                </a:solidFill>
                <a:latin typeface="Arial"/>
                <a:ea typeface="Arial"/>
                <a:cs typeface="Arial"/>
              </a:rPr>
              <a:t>Nogor Shomadhan  •  Final user manual</a:t>
            </a:r>
          </a:p>
        </p:txBody>
      </p:sp>
      <p:sp>
        <p:nvSpPr>
          <p:cNvPr id="32" name="">
            <a:extLst xmlns:a="http://schemas.openxmlformats.org/drawingml/2006/main">
              <a:ext uri="{FF2B5EF4-FFF2-40B4-BE49-F238E27FC236}">
                <a16:creationId xmlns:a16="http://schemas.microsoft.com/office/drawing/2014/main" id="{86B423C6-2C10-469E-A326-EC1CA77138D1}"/>
              </a:ext>
            </a:extLst>
          </p:cNvPr>
          <p:cNvSpPr>
            <a:spLocks xmlns:a="http://schemas.openxmlformats.org/drawingml/2006/main" noGrp="1"/>
          </p:cNvSpPr>
          <p:nvPr/>
        </p:nvSpPr>
        <p:spPr>
          <a:xfrm xmlns:a="http://schemas.openxmlformats.org/drawingml/2006/main">
            <a:off x="11372850" y="65341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900" b="1">
                <a:solidFill>
                  <a:srgbClr val="607284"/>
                </a:solidFill>
                <a:latin typeface="Arial"/>
                <a:ea typeface="Arial"/>
                <a:cs typeface="Arial"/>
              </a:defRPr>
            </a:pPr>
            <a:r>
              <a:rPr sz="900" b="1">
                <a:solidFill>
                  <a:srgbClr val="607284"/>
                </a:solidFill>
                <a:latin typeface="Arial"/>
                <a:ea typeface="Arial"/>
                <a:cs typeface="Arial"/>
              </a:rPr>
              <a:t>12</a:t>
            </a:r>
          </a:p>
        </p:txBody>
      </p:sp>
    </p:spTree>
    <p:extLst>
      <p:ext uri="{BB962C8B-B14F-4D97-AF65-F5344CB8AC3E}">
        <p14:creationId xmlns:p14="http://schemas.microsoft.com/office/powerpoint/2010/main" val="1569804220"/>
      </p:ext>
    </p:extLst>
  </p:cSld>
</p:sld>
</file>

<file path=ppt/slides/slide13.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BEA14461-C3FC-4F85-BCBD-F8EA1C42696D}"/>
              </a:ext>
            </a:extLst>
          </p:cNvPr>
          <p:cNvSpPr>
            <a:spLocks xmlns:a="http://schemas.openxmlformats.org/drawingml/2006/main" noGrp="1"/>
          </p:cNvSpPr>
          <p:nvPr/>
        </p:nvSpPr>
        <p:spPr>
          <a:xfrm xmlns:a="http://schemas.openxmlformats.org/drawingml/2006/main">
            <a:off x="381000" y="266700"/>
            <a:ext cx="476250" cy="438150"/>
          </a:xfrm>
          <a:prstGeom xmlns:a="http://schemas.openxmlformats.org/drawingml/2006/main" prst="roundRect">
            <a:avLst>
              <a:gd name="adj" fmla="val 19565"/>
            </a:avLst>
          </a:prstGeom>
          <a:solidFill xmlns:a="http://schemas.openxmlformats.org/drawingml/2006/main">
            <a:srgbClr val="00475E"/>
          </a:solidFill>
          <a:ln xmlns:a="http://schemas.openxmlformats.org/drawingml/2006/main" w="9525">
            <a:solidFill>
              <a:srgbClr val="00475E"/>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12</a:t>
            </a:r>
          </a:p>
        </p:txBody>
      </p:sp>
      <p:sp>
        <p:nvSpPr>
          <p:cNvPr id="2" name="">
            <a:extLst xmlns:a="http://schemas.openxmlformats.org/drawingml/2006/main">
              <a:ext uri="{FF2B5EF4-FFF2-40B4-BE49-F238E27FC236}">
                <a16:creationId xmlns:a16="http://schemas.microsoft.com/office/drawing/2014/main" id="{4E6D8BE4-A4E7-4692-A1DC-BCA2624B222B}"/>
              </a:ext>
            </a:extLst>
          </p:cNvPr>
          <p:cNvSpPr>
            <a:spLocks xmlns:a="http://schemas.openxmlformats.org/drawingml/2006/main" noGrp="1"/>
          </p:cNvSpPr>
          <p:nvPr/>
        </p:nvSpPr>
        <p:spPr>
          <a:xfrm xmlns:a="http://schemas.openxmlformats.org/drawingml/2006/main">
            <a:off x="990600" y="238125"/>
            <a:ext cx="828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325" b="1">
                <a:solidFill>
                  <a:srgbClr val="173042"/>
                </a:solidFill>
                <a:latin typeface="Arial"/>
                <a:ea typeface="Arial"/>
                <a:cs typeface="Arial"/>
              </a:defRPr>
            </a:pPr>
            <a:r>
              <a:rPr sz="2325" b="1">
                <a:solidFill>
                  <a:srgbClr val="173042"/>
                </a:solidFill>
                <a:latin typeface="Arial"/>
                <a:ea typeface="Arial"/>
                <a:cs typeface="Arial"/>
              </a:rPr>
              <a:t>12-minute demonstration runbook</a:t>
            </a:r>
          </a:p>
        </p:txBody>
      </p:sp>
      <p:sp>
        <p:nvSpPr>
          <p:cNvPr id="3" name="">
            <a:extLst xmlns:a="http://schemas.openxmlformats.org/drawingml/2006/main">
              <a:ext uri="{FF2B5EF4-FFF2-40B4-BE49-F238E27FC236}">
                <a16:creationId xmlns:a16="http://schemas.microsoft.com/office/drawing/2014/main" id="{AFEE7884-3E57-4E65-AA53-F15F3E4F5137}"/>
              </a:ext>
            </a:extLst>
          </p:cNvPr>
          <p:cNvSpPr>
            <a:spLocks xmlns:a="http://schemas.openxmlformats.org/drawingml/2006/main" noGrp="1"/>
          </p:cNvSpPr>
          <p:nvPr/>
        </p:nvSpPr>
        <p:spPr>
          <a:xfrm xmlns:a="http://schemas.openxmlformats.org/drawingml/2006/main">
            <a:off x="10325100" y="285750"/>
            <a:ext cx="1276350" cy="323850"/>
          </a:xfrm>
          <a:prstGeom xmlns:a="http://schemas.openxmlformats.org/drawingml/2006/main" prst="roundRect">
            <a:avLst>
              <a:gd name="adj" fmla="val 50000"/>
            </a:avLst>
          </a:prstGeom>
          <a:solidFill xmlns:a="http://schemas.openxmlformats.org/drawingml/2006/main">
            <a:srgbClr val="E4F0F3"/>
          </a:solidFill>
          <a:ln xmlns:a="http://schemas.openxmlformats.org/drawingml/2006/main" w="9525">
            <a:solidFill>
              <a:srgbClr val="E4F0F3"/>
            </a:solidFill>
            <a:prstDash val="solid"/>
          </a:ln>
        </p:spPr>
        <p:txBody>
          <a:bodyPr xmlns:a="http://schemas.openxmlformats.org/drawingml/2006/main" anchor="ctr">
            <a:noAutofit/>
          </a:bodyPr>
          <a:lstStyle xmlns:a="http://schemas.openxmlformats.org/drawingml/2006/main"/>
          <a:p xmlns:a="http://schemas.openxmlformats.org/drawingml/2006/main">
            <a:pPr algn="ctr">
              <a:defRPr sz="1125" b="1">
                <a:solidFill>
                  <a:srgbClr val="00475E"/>
                </a:solidFill>
                <a:latin typeface="Arial"/>
                <a:ea typeface="Arial"/>
                <a:cs typeface="Arial"/>
              </a:defRPr>
            </a:pPr>
            <a:r>
              <a:rPr sz="1125" b="1">
                <a:solidFill>
                  <a:srgbClr val="00475E"/>
                </a:solidFill>
                <a:latin typeface="Arial"/>
                <a:ea typeface="Arial"/>
                <a:cs typeface="Arial"/>
              </a:rPr>
              <a:t>Both roles</a:t>
            </a:r>
          </a:p>
        </p:txBody>
      </p:sp>
      <p:sp>
        <p:nvSpPr>
          <p:cNvPr id="4" name="">
            <a:extLst xmlns:a="http://schemas.openxmlformats.org/drawingml/2006/main">
              <a:ext uri="{FF2B5EF4-FFF2-40B4-BE49-F238E27FC236}">
                <a16:creationId xmlns:a16="http://schemas.microsoft.com/office/drawing/2014/main" id="{58755A6B-5285-44AE-9E63-7FA48B4C3032}"/>
              </a:ext>
            </a:extLst>
          </p:cNvPr>
          <p:cNvSpPr>
            <a:spLocks xmlns:a="http://schemas.openxmlformats.org/drawingml/2006/main" noGrp="1"/>
          </p:cNvSpPr>
          <p:nvPr/>
        </p:nvSpPr>
        <p:spPr>
          <a:xfrm xmlns:a="http://schemas.openxmlformats.org/drawingml/2006/main">
            <a:off x="381000" y="876300"/>
            <a:ext cx="1143000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5" name="">
            <a:extLst xmlns:a="http://schemas.openxmlformats.org/drawingml/2006/main">
              <a:ext uri="{FF2B5EF4-FFF2-40B4-BE49-F238E27FC236}">
                <a16:creationId xmlns:a16="http://schemas.microsoft.com/office/drawing/2014/main" id="{52F214A6-7A6D-46AC-B8B9-CAE1DC5341DD}"/>
              </a:ext>
            </a:extLst>
          </p:cNvPr>
          <p:cNvSpPr>
            <a:spLocks xmlns:a="http://schemas.openxmlformats.org/drawingml/2006/main" noGrp="1"/>
          </p:cNvSpPr>
          <p:nvPr/>
        </p:nvSpPr>
        <p:spPr>
          <a:xfrm xmlns:a="http://schemas.openxmlformats.org/drawingml/2006/main">
            <a:off x="514350" y="11049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00" b="1">
                <a:solidFill>
                  <a:srgbClr val="00475E"/>
                </a:solidFill>
                <a:latin typeface="Arial"/>
                <a:ea typeface="Arial"/>
                <a:cs typeface="Arial"/>
              </a:defRPr>
            </a:pPr>
            <a:r>
              <a:rPr sz="1500" b="1">
                <a:solidFill>
                  <a:srgbClr val="00475E"/>
                </a:solidFill>
                <a:latin typeface="Arial"/>
                <a:ea typeface="Arial"/>
                <a:cs typeface="Arial"/>
              </a:rPr>
              <a:t>Live sequence</a:t>
            </a:r>
          </a:p>
        </p:txBody>
      </p:sp>
      <p:sp>
        <p:nvSpPr>
          <p:cNvPr id="6" name="">
            <a:extLst xmlns:a="http://schemas.openxmlformats.org/drawingml/2006/main">
              <a:ext uri="{FF2B5EF4-FFF2-40B4-BE49-F238E27FC236}">
                <a16:creationId xmlns:a16="http://schemas.microsoft.com/office/drawing/2014/main" id="{1EEEFD7C-8EA5-4AC4-940E-16F4D72BD579}"/>
              </a:ext>
            </a:extLst>
          </p:cNvPr>
          <p:cNvSpPr>
            <a:spLocks xmlns:a="http://schemas.openxmlformats.org/drawingml/2006/main" noGrp="1"/>
          </p:cNvSpPr>
          <p:nvPr/>
        </p:nvSpPr>
        <p:spPr>
          <a:xfrm xmlns:a="http://schemas.openxmlformats.org/drawingml/2006/main">
            <a:off x="514350" y="1524000"/>
            <a:ext cx="1257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00475E"/>
                </a:solidFill>
                <a:latin typeface="Arial"/>
                <a:ea typeface="Arial"/>
                <a:cs typeface="Arial"/>
              </a:defRPr>
            </a:pPr>
            <a:r>
              <a:rPr sz="1200" b="1">
                <a:solidFill>
                  <a:srgbClr val="00475E"/>
                </a:solidFill>
                <a:latin typeface="Arial"/>
                <a:ea typeface="Arial"/>
                <a:cs typeface="Arial"/>
              </a:rPr>
              <a:t>0:00–1:00</a:t>
            </a:r>
          </a:p>
        </p:txBody>
      </p:sp>
      <p:sp>
        <p:nvSpPr>
          <p:cNvPr id="7" name="">
            <a:extLst xmlns:a="http://schemas.openxmlformats.org/drawingml/2006/main">
              <a:ext uri="{FF2B5EF4-FFF2-40B4-BE49-F238E27FC236}">
                <a16:creationId xmlns:a16="http://schemas.microsoft.com/office/drawing/2014/main" id="{766DAB5D-637D-4A7C-A13F-82EF10BAEB0F}"/>
              </a:ext>
            </a:extLst>
          </p:cNvPr>
          <p:cNvSpPr>
            <a:spLocks xmlns:a="http://schemas.openxmlformats.org/drawingml/2006/main" noGrp="1"/>
          </p:cNvSpPr>
          <p:nvPr/>
        </p:nvSpPr>
        <p:spPr>
          <a:xfrm xmlns:a="http://schemas.openxmlformats.org/drawingml/2006/main">
            <a:off x="1885950" y="152400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1">
                <a:solidFill>
                  <a:srgbClr val="173042"/>
                </a:solidFill>
                <a:latin typeface="Arial"/>
                <a:ea typeface="Arial"/>
                <a:cs typeface="Arial"/>
              </a:defRPr>
            </a:pPr>
            <a:r>
              <a:rPr sz="1275" b="1">
                <a:solidFill>
                  <a:srgbClr val="173042"/>
                </a:solidFill>
                <a:latin typeface="Arial"/>
                <a:ea typeface="Arial"/>
                <a:cs typeface="Arial"/>
              </a:rPr>
              <a:t>Problem and workflow</a:t>
            </a:r>
          </a:p>
        </p:txBody>
      </p:sp>
      <p:sp>
        <p:nvSpPr>
          <p:cNvPr id="8" name="">
            <a:extLst xmlns:a="http://schemas.openxmlformats.org/drawingml/2006/main">
              <a:ext uri="{FF2B5EF4-FFF2-40B4-BE49-F238E27FC236}">
                <a16:creationId xmlns:a16="http://schemas.microsoft.com/office/drawing/2014/main" id="{821A8C15-B81B-4741-916F-BAA20E294AB7}"/>
              </a:ext>
            </a:extLst>
          </p:cNvPr>
          <p:cNvSpPr>
            <a:spLocks xmlns:a="http://schemas.openxmlformats.org/drawingml/2006/main" noGrp="1"/>
          </p:cNvSpPr>
          <p:nvPr/>
        </p:nvSpPr>
        <p:spPr>
          <a:xfrm xmlns:a="http://schemas.openxmlformats.org/drawingml/2006/main">
            <a:off x="4762500" y="1524000"/>
            <a:ext cx="95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050" b="0">
                <a:solidFill>
                  <a:srgbClr val="607284"/>
                </a:solidFill>
                <a:latin typeface="Arial"/>
                <a:ea typeface="Arial"/>
                <a:cs typeface="Arial"/>
              </a:defRPr>
            </a:pPr>
            <a:r>
              <a:rPr sz="1050" b="0">
                <a:solidFill>
                  <a:srgbClr val="607284"/>
                </a:solidFill>
                <a:latin typeface="Arial"/>
                <a:ea typeface="Arial"/>
                <a:cs typeface="Arial"/>
              </a:rPr>
              <a:t>Slides 1–2</a:t>
            </a:r>
          </a:p>
        </p:txBody>
      </p:sp>
      <p:sp>
        <p:nvSpPr>
          <p:cNvPr id="9" name="">
            <a:extLst xmlns:a="http://schemas.openxmlformats.org/drawingml/2006/main">
              <a:ext uri="{FF2B5EF4-FFF2-40B4-BE49-F238E27FC236}">
                <a16:creationId xmlns:a16="http://schemas.microsoft.com/office/drawing/2014/main" id="{53DBFBB1-8EEA-4C19-A830-114FC8B6D32F}"/>
              </a:ext>
            </a:extLst>
          </p:cNvPr>
          <p:cNvSpPr>
            <a:spLocks xmlns:a="http://schemas.openxmlformats.org/drawingml/2006/main" noGrp="1"/>
          </p:cNvSpPr>
          <p:nvPr/>
        </p:nvSpPr>
        <p:spPr>
          <a:xfrm xmlns:a="http://schemas.openxmlformats.org/drawingml/2006/main">
            <a:off x="514350" y="1933575"/>
            <a:ext cx="520065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10" name="">
            <a:extLst xmlns:a="http://schemas.openxmlformats.org/drawingml/2006/main">
              <a:ext uri="{FF2B5EF4-FFF2-40B4-BE49-F238E27FC236}">
                <a16:creationId xmlns:a16="http://schemas.microsoft.com/office/drawing/2014/main" id="{2970EB32-E0C0-4ED9-A60C-09A9AE68BCDF}"/>
              </a:ext>
            </a:extLst>
          </p:cNvPr>
          <p:cNvSpPr>
            <a:spLocks xmlns:a="http://schemas.openxmlformats.org/drawingml/2006/main" noGrp="1"/>
          </p:cNvSpPr>
          <p:nvPr/>
        </p:nvSpPr>
        <p:spPr>
          <a:xfrm xmlns:a="http://schemas.openxmlformats.org/drawingml/2006/main">
            <a:off x="514350" y="2076450"/>
            <a:ext cx="1257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00475E"/>
                </a:solidFill>
                <a:latin typeface="Arial"/>
                <a:ea typeface="Arial"/>
                <a:cs typeface="Arial"/>
              </a:defRPr>
            </a:pPr>
            <a:r>
              <a:rPr sz="1200" b="1">
                <a:solidFill>
                  <a:srgbClr val="00475E"/>
                </a:solidFill>
                <a:latin typeface="Arial"/>
                <a:ea typeface="Arial"/>
                <a:cs typeface="Arial"/>
              </a:rPr>
              <a:t>1:00–3:20</a:t>
            </a:r>
          </a:p>
        </p:txBody>
      </p:sp>
      <p:sp>
        <p:nvSpPr>
          <p:cNvPr id="11" name="">
            <a:extLst xmlns:a="http://schemas.openxmlformats.org/drawingml/2006/main">
              <a:ext uri="{FF2B5EF4-FFF2-40B4-BE49-F238E27FC236}">
                <a16:creationId xmlns:a16="http://schemas.microsoft.com/office/drawing/2014/main" id="{0FF3F6E8-809C-4722-8640-496118FD5D3C}"/>
              </a:ext>
            </a:extLst>
          </p:cNvPr>
          <p:cNvSpPr>
            <a:spLocks xmlns:a="http://schemas.openxmlformats.org/drawingml/2006/main" noGrp="1"/>
          </p:cNvSpPr>
          <p:nvPr/>
        </p:nvSpPr>
        <p:spPr>
          <a:xfrm xmlns:a="http://schemas.openxmlformats.org/drawingml/2006/main">
            <a:off x="1885950" y="20764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Resident dashboard and report</a:t>
            </a:r>
          </a:p>
        </p:txBody>
      </p:sp>
      <p:sp>
        <p:nvSpPr>
          <p:cNvPr id="12" name="">
            <a:extLst xmlns:a="http://schemas.openxmlformats.org/drawingml/2006/main">
              <a:ext uri="{FF2B5EF4-FFF2-40B4-BE49-F238E27FC236}">
                <a16:creationId xmlns:a16="http://schemas.microsoft.com/office/drawing/2014/main" id="{13EE1CDE-32D2-4683-B3FA-2D7EAFBE0B40}"/>
              </a:ext>
            </a:extLst>
          </p:cNvPr>
          <p:cNvSpPr>
            <a:spLocks xmlns:a="http://schemas.openxmlformats.org/drawingml/2006/main" noGrp="1"/>
          </p:cNvSpPr>
          <p:nvPr/>
        </p:nvSpPr>
        <p:spPr>
          <a:xfrm xmlns:a="http://schemas.openxmlformats.org/drawingml/2006/main">
            <a:off x="4762500" y="2076450"/>
            <a:ext cx="95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050" b="0">
                <a:solidFill>
                  <a:srgbClr val="607284"/>
                </a:solidFill>
                <a:latin typeface="Arial"/>
                <a:ea typeface="Arial"/>
                <a:cs typeface="Arial"/>
              </a:defRPr>
            </a:pPr>
            <a:r>
              <a:rPr sz="1050" b="0">
                <a:solidFill>
                  <a:srgbClr val="607284"/>
                </a:solidFill>
                <a:latin typeface="Arial"/>
                <a:ea typeface="Arial"/>
                <a:cs typeface="Arial"/>
              </a:rPr>
              <a:t>Slides 3–4</a:t>
            </a:r>
          </a:p>
        </p:txBody>
      </p:sp>
      <p:sp>
        <p:nvSpPr>
          <p:cNvPr id="13" name="">
            <a:extLst xmlns:a="http://schemas.openxmlformats.org/drawingml/2006/main">
              <a:ext uri="{FF2B5EF4-FFF2-40B4-BE49-F238E27FC236}">
                <a16:creationId xmlns:a16="http://schemas.microsoft.com/office/drawing/2014/main" id="{8921F7DE-B6D0-4941-ABA4-C87E84E46852}"/>
              </a:ext>
            </a:extLst>
          </p:cNvPr>
          <p:cNvSpPr>
            <a:spLocks xmlns:a="http://schemas.openxmlformats.org/drawingml/2006/main" noGrp="1"/>
          </p:cNvSpPr>
          <p:nvPr/>
        </p:nvSpPr>
        <p:spPr>
          <a:xfrm xmlns:a="http://schemas.openxmlformats.org/drawingml/2006/main">
            <a:off x="514350" y="2486025"/>
            <a:ext cx="520065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14" name="">
            <a:extLst xmlns:a="http://schemas.openxmlformats.org/drawingml/2006/main">
              <a:ext uri="{FF2B5EF4-FFF2-40B4-BE49-F238E27FC236}">
                <a16:creationId xmlns:a16="http://schemas.microsoft.com/office/drawing/2014/main" id="{FC8EA031-DD56-4B02-93A2-68F43EBADB7C}"/>
              </a:ext>
            </a:extLst>
          </p:cNvPr>
          <p:cNvSpPr>
            <a:spLocks xmlns:a="http://schemas.openxmlformats.org/drawingml/2006/main" noGrp="1"/>
          </p:cNvSpPr>
          <p:nvPr/>
        </p:nvSpPr>
        <p:spPr>
          <a:xfrm xmlns:a="http://schemas.openxmlformats.org/drawingml/2006/main">
            <a:off x="514350" y="2628900"/>
            <a:ext cx="1257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00475E"/>
                </a:solidFill>
                <a:latin typeface="Arial"/>
                <a:ea typeface="Arial"/>
                <a:cs typeface="Arial"/>
              </a:defRPr>
            </a:pPr>
            <a:r>
              <a:rPr sz="1200" b="1">
                <a:solidFill>
                  <a:srgbClr val="00475E"/>
                </a:solidFill>
                <a:latin typeface="Arial"/>
                <a:ea typeface="Arial"/>
                <a:cs typeface="Arial"/>
              </a:rPr>
              <a:t>3:20–5:10</a:t>
            </a:r>
          </a:p>
        </p:txBody>
      </p:sp>
      <p:sp>
        <p:nvSpPr>
          <p:cNvPr id="15" name="">
            <a:extLst xmlns:a="http://schemas.openxmlformats.org/drawingml/2006/main">
              <a:ext uri="{FF2B5EF4-FFF2-40B4-BE49-F238E27FC236}">
                <a16:creationId xmlns:a16="http://schemas.microsoft.com/office/drawing/2014/main" id="{A332A5F1-A12C-4D82-8602-D90B20420200}"/>
              </a:ext>
            </a:extLst>
          </p:cNvPr>
          <p:cNvSpPr>
            <a:spLocks xmlns:a="http://schemas.openxmlformats.org/drawingml/2006/main" noGrp="1"/>
          </p:cNvSpPr>
          <p:nvPr/>
        </p:nvSpPr>
        <p:spPr>
          <a:xfrm xmlns:a="http://schemas.openxmlformats.org/drawingml/2006/main">
            <a:off x="1885950" y="262890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AI check and admin decision</a:t>
            </a:r>
          </a:p>
        </p:txBody>
      </p:sp>
      <p:sp>
        <p:nvSpPr>
          <p:cNvPr id="16" name="">
            <a:extLst xmlns:a="http://schemas.openxmlformats.org/drawingml/2006/main">
              <a:ext uri="{FF2B5EF4-FFF2-40B4-BE49-F238E27FC236}">
                <a16:creationId xmlns:a16="http://schemas.microsoft.com/office/drawing/2014/main" id="{73AF3E5E-2D35-4FFD-958D-523C90D7EF95}"/>
              </a:ext>
            </a:extLst>
          </p:cNvPr>
          <p:cNvSpPr>
            <a:spLocks xmlns:a="http://schemas.openxmlformats.org/drawingml/2006/main" noGrp="1"/>
          </p:cNvSpPr>
          <p:nvPr/>
        </p:nvSpPr>
        <p:spPr>
          <a:xfrm xmlns:a="http://schemas.openxmlformats.org/drawingml/2006/main">
            <a:off x="4762500" y="2628900"/>
            <a:ext cx="95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050" b="0">
                <a:solidFill>
                  <a:srgbClr val="607284"/>
                </a:solidFill>
                <a:latin typeface="Arial"/>
                <a:ea typeface="Arial"/>
                <a:cs typeface="Arial"/>
              </a:defRPr>
            </a:pPr>
            <a:r>
              <a:rPr sz="1050" b="0">
                <a:solidFill>
                  <a:srgbClr val="607284"/>
                </a:solidFill>
                <a:latin typeface="Arial"/>
                <a:ea typeface="Arial"/>
                <a:cs typeface="Arial"/>
              </a:rPr>
              <a:t>Slides 5–6</a:t>
            </a:r>
          </a:p>
        </p:txBody>
      </p:sp>
      <p:sp>
        <p:nvSpPr>
          <p:cNvPr id="17" name="">
            <a:extLst xmlns:a="http://schemas.openxmlformats.org/drawingml/2006/main">
              <a:ext uri="{FF2B5EF4-FFF2-40B4-BE49-F238E27FC236}">
                <a16:creationId xmlns:a16="http://schemas.microsoft.com/office/drawing/2014/main" id="{5F737964-CD93-4661-B5F1-D638DBA06448}"/>
              </a:ext>
            </a:extLst>
          </p:cNvPr>
          <p:cNvSpPr>
            <a:spLocks xmlns:a="http://schemas.openxmlformats.org/drawingml/2006/main" noGrp="1"/>
          </p:cNvSpPr>
          <p:nvPr/>
        </p:nvSpPr>
        <p:spPr>
          <a:xfrm xmlns:a="http://schemas.openxmlformats.org/drawingml/2006/main">
            <a:off x="514350" y="3038475"/>
            <a:ext cx="520065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18" name="">
            <a:extLst xmlns:a="http://schemas.openxmlformats.org/drawingml/2006/main">
              <a:ext uri="{FF2B5EF4-FFF2-40B4-BE49-F238E27FC236}">
                <a16:creationId xmlns:a16="http://schemas.microsoft.com/office/drawing/2014/main" id="{4A5E9956-CF8F-4CE7-8EAC-B08183E77A27}"/>
              </a:ext>
            </a:extLst>
          </p:cNvPr>
          <p:cNvSpPr>
            <a:spLocks xmlns:a="http://schemas.openxmlformats.org/drawingml/2006/main" noGrp="1"/>
          </p:cNvSpPr>
          <p:nvPr/>
        </p:nvSpPr>
        <p:spPr>
          <a:xfrm xmlns:a="http://schemas.openxmlformats.org/drawingml/2006/main">
            <a:off x="514350" y="3181350"/>
            <a:ext cx="1257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00475E"/>
                </a:solidFill>
                <a:latin typeface="Arial"/>
                <a:ea typeface="Arial"/>
                <a:cs typeface="Arial"/>
              </a:defRPr>
            </a:pPr>
            <a:r>
              <a:rPr sz="1200" b="1">
                <a:solidFill>
                  <a:srgbClr val="00475E"/>
                </a:solidFill>
                <a:latin typeface="Arial"/>
                <a:ea typeface="Arial"/>
                <a:cs typeface="Arial"/>
              </a:rPr>
              <a:t>5:10–8:30</a:t>
            </a:r>
          </a:p>
        </p:txBody>
      </p:sp>
      <p:sp>
        <p:nvSpPr>
          <p:cNvPr id="19" name="">
            <a:extLst xmlns:a="http://schemas.openxmlformats.org/drawingml/2006/main">
              <a:ext uri="{FF2B5EF4-FFF2-40B4-BE49-F238E27FC236}">
                <a16:creationId xmlns:a16="http://schemas.microsoft.com/office/drawing/2014/main" id="{52813D19-8B3C-4A35-945C-8305C7B41B68}"/>
              </a:ext>
            </a:extLst>
          </p:cNvPr>
          <p:cNvSpPr>
            <a:spLocks xmlns:a="http://schemas.openxmlformats.org/drawingml/2006/main" noGrp="1"/>
          </p:cNvSpPr>
          <p:nvPr/>
        </p:nvSpPr>
        <p:spPr>
          <a:xfrm xmlns:a="http://schemas.openxmlformats.org/drawingml/2006/main">
            <a:off x="1885950" y="31813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Authority triage, update, and resolution</a:t>
            </a:r>
          </a:p>
        </p:txBody>
      </p:sp>
      <p:sp>
        <p:nvSpPr>
          <p:cNvPr id="20" name="">
            <a:extLst xmlns:a="http://schemas.openxmlformats.org/drawingml/2006/main">
              <a:ext uri="{FF2B5EF4-FFF2-40B4-BE49-F238E27FC236}">
                <a16:creationId xmlns:a16="http://schemas.microsoft.com/office/drawing/2014/main" id="{0D90FC57-29D8-4C24-8F5B-A91CC18964E0}"/>
              </a:ext>
            </a:extLst>
          </p:cNvPr>
          <p:cNvSpPr>
            <a:spLocks xmlns:a="http://schemas.openxmlformats.org/drawingml/2006/main" noGrp="1"/>
          </p:cNvSpPr>
          <p:nvPr/>
        </p:nvSpPr>
        <p:spPr>
          <a:xfrm xmlns:a="http://schemas.openxmlformats.org/drawingml/2006/main">
            <a:off x="4762500" y="3181350"/>
            <a:ext cx="95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050" b="0">
                <a:solidFill>
                  <a:srgbClr val="607284"/>
                </a:solidFill>
                <a:latin typeface="Arial"/>
                <a:ea typeface="Arial"/>
                <a:cs typeface="Arial"/>
              </a:defRPr>
            </a:pPr>
            <a:r>
              <a:rPr sz="1050" b="0">
                <a:solidFill>
                  <a:srgbClr val="607284"/>
                </a:solidFill>
                <a:latin typeface="Arial"/>
                <a:ea typeface="Arial"/>
                <a:cs typeface="Arial"/>
              </a:rPr>
              <a:t>Slides 7–10</a:t>
            </a:r>
          </a:p>
        </p:txBody>
      </p:sp>
      <p:sp>
        <p:nvSpPr>
          <p:cNvPr id="21" name="">
            <a:extLst xmlns:a="http://schemas.openxmlformats.org/drawingml/2006/main">
              <a:ext uri="{FF2B5EF4-FFF2-40B4-BE49-F238E27FC236}">
                <a16:creationId xmlns:a16="http://schemas.microsoft.com/office/drawing/2014/main" id="{6EF658E3-FF1B-4BF5-885E-ECCDB9A480A5}"/>
              </a:ext>
            </a:extLst>
          </p:cNvPr>
          <p:cNvSpPr>
            <a:spLocks xmlns:a="http://schemas.openxmlformats.org/drawingml/2006/main" noGrp="1"/>
          </p:cNvSpPr>
          <p:nvPr/>
        </p:nvSpPr>
        <p:spPr>
          <a:xfrm xmlns:a="http://schemas.openxmlformats.org/drawingml/2006/main">
            <a:off x="514350" y="3590925"/>
            <a:ext cx="520065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22" name="">
            <a:extLst xmlns:a="http://schemas.openxmlformats.org/drawingml/2006/main">
              <a:ext uri="{FF2B5EF4-FFF2-40B4-BE49-F238E27FC236}">
                <a16:creationId xmlns:a16="http://schemas.microsoft.com/office/drawing/2014/main" id="{A8C8FDAD-364F-4098-9BE7-49F94E84D521}"/>
              </a:ext>
            </a:extLst>
          </p:cNvPr>
          <p:cNvSpPr>
            <a:spLocks xmlns:a="http://schemas.openxmlformats.org/drawingml/2006/main" noGrp="1"/>
          </p:cNvSpPr>
          <p:nvPr/>
        </p:nvSpPr>
        <p:spPr>
          <a:xfrm xmlns:a="http://schemas.openxmlformats.org/drawingml/2006/main">
            <a:off x="514350" y="3733800"/>
            <a:ext cx="1257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00475E"/>
                </a:solidFill>
                <a:latin typeface="Arial"/>
                <a:ea typeface="Arial"/>
                <a:cs typeface="Arial"/>
              </a:defRPr>
            </a:pPr>
            <a:r>
              <a:rPr sz="1200" b="1">
                <a:solidFill>
                  <a:srgbClr val="00475E"/>
                </a:solidFill>
                <a:latin typeface="Arial"/>
                <a:ea typeface="Arial"/>
                <a:cs typeface="Arial"/>
              </a:rPr>
              <a:t>8:30–10:10</a:t>
            </a:r>
          </a:p>
        </p:txBody>
      </p:sp>
      <p:sp>
        <p:nvSpPr>
          <p:cNvPr id="23" name="">
            <a:extLst xmlns:a="http://schemas.openxmlformats.org/drawingml/2006/main">
              <a:ext uri="{FF2B5EF4-FFF2-40B4-BE49-F238E27FC236}">
                <a16:creationId xmlns:a16="http://schemas.microsoft.com/office/drawing/2014/main" id="{EAE6599D-4726-4CD6-BD48-D3099EF8632E}"/>
              </a:ext>
            </a:extLst>
          </p:cNvPr>
          <p:cNvSpPr>
            <a:spLocks xmlns:a="http://schemas.openxmlformats.org/drawingml/2006/main" noGrp="1"/>
          </p:cNvSpPr>
          <p:nvPr/>
        </p:nvSpPr>
        <p:spPr>
          <a:xfrm xmlns:a="http://schemas.openxmlformats.org/drawingml/2006/main">
            <a:off x="1885950" y="373380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Resident feedback</a:t>
            </a:r>
          </a:p>
        </p:txBody>
      </p:sp>
      <p:sp>
        <p:nvSpPr>
          <p:cNvPr id="24" name="">
            <a:extLst xmlns:a="http://schemas.openxmlformats.org/drawingml/2006/main">
              <a:ext uri="{FF2B5EF4-FFF2-40B4-BE49-F238E27FC236}">
                <a16:creationId xmlns:a16="http://schemas.microsoft.com/office/drawing/2014/main" id="{6B7363CF-5B6A-45B4-AACD-C856083D0D06}"/>
              </a:ext>
            </a:extLst>
          </p:cNvPr>
          <p:cNvSpPr>
            <a:spLocks xmlns:a="http://schemas.openxmlformats.org/drawingml/2006/main" noGrp="1"/>
          </p:cNvSpPr>
          <p:nvPr/>
        </p:nvSpPr>
        <p:spPr>
          <a:xfrm xmlns:a="http://schemas.openxmlformats.org/drawingml/2006/main">
            <a:off x="4762500" y="3733800"/>
            <a:ext cx="95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050" b="0">
                <a:solidFill>
                  <a:srgbClr val="607284"/>
                </a:solidFill>
                <a:latin typeface="Arial"/>
                <a:ea typeface="Arial"/>
                <a:cs typeface="Arial"/>
              </a:defRPr>
            </a:pPr>
            <a:r>
              <a:rPr sz="1050" b="0">
                <a:solidFill>
                  <a:srgbClr val="607284"/>
                </a:solidFill>
                <a:latin typeface="Arial"/>
                <a:ea typeface="Arial"/>
                <a:cs typeface="Arial"/>
              </a:rPr>
              <a:t>Slide 11</a:t>
            </a:r>
          </a:p>
        </p:txBody>
      </p:sp>
      <p:sp>
        <p:nvSpPr>
          <p:cNvPr id="25" name="">
            <a:extLst xmlns:a="http://schemas.openxmlformats.org/drawingml/2006/main">
              <a:ext uri="{FF2B5EF4-FFF2-40B4-BE49-F238E27FC236}">
                <a16:creationId xmlns:a16="http://schemas.microsoft.com/office/drawing/2014/main" id="{2CD2E83E-2EA5-4A20-921A-226ECA89B44B}"/>
              </a:ext>
            </a:extLst>
          </p:cNvPr>
          <p:cNvSpPr>
            <a:spLocks xmlns:a="http://schemas.openxmlformats.org/drawingml/2006/main" noGrp="1"/>
          </p:cNvSpPr>
          <p:nvPr/>
        </p:nvSpPr>
        <p:spPr>
          <a:xfrm xmlns:a="http://schemas.openxmlformats.org/drawingml/2006/main">
            <a:off x="514350" y="4143375"/>
            <a:ext cx="520065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26" name="">
            <a:extLst xmlns:a="http://schemas.openxmlformats.org/drawingml/2006/main">
              <a:ext uri="{FF2B5EF4-FFF2-40B4-BE49-F238E27FC236}">
                <a16:creationId xmlns:a16="http://schemas.microsoft.com/office/drawing/2014/main" id="{353B2BF7-B929-4FEB-BE26-FA1D123DE52E}"/>
              </a:ext>
            </a:extLst>
          </p:cNvPr>
          <p:cNvSpPr>
            <a:spLocks xmlns:a="http://schemas.openxmlformats.org/drawingml/2006/main" noGrp="1"/>
          </p:cNvSpPr>
          <p:nvPr/>
        </p:nvSpPr>
        <p:spPr>
          <a:xfrm xmlns:a="http://schemas.openxmlformats.org/drawingml/2006/main">
            <a:off x="514350" y="4286250"/>
            <a:ext cx="1257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00475E"/>
                </a:solidFill>
                <a:latin typeface="Arial"/>
                <a:ea typeface="Arial"/>
                <a:cs typeface="Arial"/>
              </a:defRPr>
            </a:pPr>
            <a:r>
              <a:rPr sz="1200" b="1">
                <a:solidFill>
                  <a:srgbClr val="00475E"/>
                </a:solidFill>
                <a:latin typeface="Arial"/>
                <a:ea typeface="Arial"/>
                <a:cs typeface="Arial"/>
              </a:rPr>
              <a:t>10:10–11:10</a:t>
            </a:r>
          </a:p>
        </p:txBody>
      </p:sp>
      <p:sp>
        <p:nvSpPr>
          <p:cNvPr id="27" name="">
            <a:extLst xmlns:a="http://schemas.openxmlformats.org/drawingml/2006/main">
              <a:ext uri="{FF2B5EF4-FFF2-40B4-BE49-F238E27FC236}">
                <a16:creationId xmlns:a16="http://schemas.microsoft.com/office/drawing/2014/main" id="{82995A0E-57F5-44FD-85A0-60CC0C6ACF45}"/>
              </a:ext>
            </a:extLst>
          </p:cNvPr>
          <p:cNvSpPr>
            <a:spLocks xmlns:a="http://schemas.openxmlformats.org/drawingml/2006/main" noGrp="1"/>
          </p:cNvSpPr>
          <p:nvPr/>
        </p:nvSpPr>
        <p:spPr>
          <a:xfrm xmlns:a="http://schemas.openxmlformats.org/drawingml/2006/main">
            <a:off x="1885950" y="42862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Notifications and analytics</a:t>
            </a:r>
          </a:p>
        </p:txBody>
      </p:sp>
      <p:sp>
        <p:nvSpPr>
          <p:cNvPr id="28" name="">
            <a:extLst xmlns:a="http://schemas.openxmlformats.org/drawingml/2006/main">
              <a:ext uri="{FF2B5EF4-FFF2-40B4-BE49-F238E27FC236}">
                <a16:creationId xmlns:a16="http://schemas.microsoft.com/office/drawing/2014/main" id="{90EC8EF3-20C3-4A18-82CC-4D1B0246F893}"/>
              </a:ext>
            </a:extLst>
          </p:cNvPr>
          <p:cNvSpPr>
            <a:spLocks xmlns:a="http://schemas.openxmlformats.org/drawingml/2006/main" noGrp="1"/>
          </p:cNvSpPr>
          <p:nvPr/>
        </p:nvSpPr>
        <p:spPr>
          <a:xfrm xmlns:a="http://schemas.openxmlformats.org/drawingml/2006/main">
            <a:off x="4762500" y="4286250"/>
            <a:ext cx="95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050" b="0">
                <a:solidFill>
                  <a:srgbClr val="607284"/>
                </a:solidFill>
                <a:latin typeface="Arial"/>
                <a:ea typeface="Arial"/>
                <a:cs typeface="Arial"/>
              </a:defRPr>
            </a:pPr>
            <a:r>
              <a:rPr sz="1050" b="0">
                <a:solidFill>
                  <a:srgbClr val="607284"/>
                </a:solidFill>
                <a:latin typeface="Arial"/>
                <a:ea typeface="Arial"/>
                <a:cs typeface="Arial"/>
              </a:rPr>
              <a:t>Slide 12</a:t>
            </a:r>
          </a:p>
        </p:txBody>
      </p:sp>
      <p:sp>
        <p:nvSpPr>
          <p:cNvPr id="29" name="">
            <a:extLst xmlns:a="http://schemas.openxmlformats.org/drawingml/2006/main">
              <a:ext uri="{FF2B5EF4-FFF2-40B4-BE49-F238E27FC236}">
                <a16:creationId xmlns:a16="http://schemas.microsoft.com/office/drawing/2014/main" id="{C2EB4E4C-997C-42D7-A21A-3125D598AA29}"/>
              </a:ext>
            </a:extLst>
          </p:cNvPr>
          <p:cNvSpPr>
            <a:spLocks xmlns:a="http://schemas.openxmlformats.org/drawingml/2006/main" noGrp="1"/>
          </p:cNvSpPr>
          <p:nvPr/>
        </p:nvSpPr>
        <p:spPr>
          <a:xfrm xmlns:a="http://schemas.openxmlformats.org/drawingml/2006/main">
            <a:off x="514350" y="4695825"/>
            <a:ext cx="520065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30" name="">
            <a:extLst xmlns:a="http://schemas.openxmlformats.org/drawingml/2006/main">
              <a:ext uri="{FF2B5EF4-FFF2-40B4-BE49-F238E27FC236}">
                <a16:creationId xmlns:a16="http://schemas.microsoft.com/office/drawing/2014/main" id="{447D7BAC-1B12-41EA-8810-6E87E62F81DF}"/>
              </a:ext>
            </a:extLst>
          </p:cNvPr>
          <p:cNvSpPr>
            <a:spLocks xmlns:a="http://schemas.openxmlformats.org/drawingml/2006/main" noGrp="1"/>
          </p:cNvSpPr>
          <p:nvPr/>
        </p:nvSpPr>
        <p:spPr>
          <a:xfrm xmlns:a="http://schemas.openxmlformats.org/drawingml/2006/main">
            <a:off x="514350" y="4838700"/>
            <a:ext cx="1257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00475E"/>
                </a:solidFill>
                <a:latin typeface="Arial"/>
                <a:ea typeface="Arial"/>
                <a:cs typeface="Arial"/>
              </a:defRPr>
            </a:pPr>
            <a:r>
              <a:rPr sz="1200" b="1">
                <a:solidFill>
                  <a:srgbClr val="00475E"/>
                </a:solidFill>
                <a:latin typeface="Arial"/>
                <a:ea typeface="Arial"/>
                <a:cs typeface="Arial"/>
              </a:rPr>
              <a:t>11:10–12:00</a:t>
            </a:r>
          </a:p>
        </p:txBody>
      </p:sp>
      <p:sp>
        <p:nvSpPr>
          <p:cNvPr id="31" name="">
            <a:extLst xmlns:a="http://schemas.openxmlformats.org/drawingml/2006/main">
              <a:ext uri="{FF2B5EF4-FFF2-40B4-BE49-F238E27FC236}">
                <a16:creationId xmlns:a16="http://schemas.microsoft.com/office/drawing/2014/main" id="{30EE4E2F-62FB-4300-9C63-CF1B59AFFCA8}"/>
              </a:ext>
            </a:extLst>
          </p:cNvPr>
          <p:cNvSpPr>
            <a:spLocks xmlns:a="http://schemas.openxmlformats.org/drawingml/2006/main" noGrp="1"/>
          </p:cNvSpPr>
          <p:nvPr/>
        </p:nvSpPr>
        <p:spPr>
          <a:xfrm xmlns:a="http://schemas.openxmlformats.org/drawingml/2006/main">
            <a:off x="1885950" y="483870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Summary and transition to Q&amp;A</a:t>
            </a:r>
          </a:p>
        </p:txBody>
      </p:sp>
      <p:sp>
        <p:nvSpPr>
          <p:cNvPr id="32" name="">
            <a:extLst xmlns:a="http://schemas.openxmlformats.org/drawingml/2006/main">
              <a:ext uri="{FF2B5EF4-FFF2-40B4-BE49-F238E27FC236}">
                <a16:creationId xmlns:a16="http://schemas.microsoft.com/office/drawing/2014/main" id="{8A3ED662-845D-47CC-B843-F808AD829DCC}"/>
              </a:ext>
            </a:extLst>
          </p:cNvPr>
          <p:cNvSpPr>
            <a:spLocks xmlns:a="http://schemas.openxmlformats.org/drawingml/2006/main" noGrp="1"/>
          </p:cNvSpPr>
          <p:nvPr/>
        </p:nvSpPr>
        <p:spPr>
          <a:xfrm xmlns:a="http://schemas.openxmlformats.org/drawingml/2006/main">
            <a:off x="4762500" y="4838700"/>
            <a:ext cx="95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050" b="0">
                <a:solidFill>
                  <a:srgbClr val="607284"/>
                </a:solidFill>
                <a:latin typeface="Arial"/>
                <a:ea typeface="Arial"/>
                <a:cs typeface="Arial"/>
              </a:defRPr>
            </a:pPr>
            <a:r>
              <a:rPr sz="1050" b="0">
                <a:solidFill>
                  <a:srgbClr val="607284"/>
                </a:solidFill>
                <a:latin typeface="Arial"/>
                <a:ea typeface="Arial"/>
                <a:cs typeface="Arial"/>
              </a:rPr>
              <a:t>Close</a:t>
            </a:r>
          </a:p>
        </p:txBody>
      </p:sp>
      <p:sp>
        <p:nvSpPr>
          <p:cNvPr id="33" name="">
            <a:extLst xmlns:a="http://schemas.openxmlformats.org/drawingml/2006/main">
              <a:ext uri="{FF2B5EF4-FFF2-40B4-BE49-F238E27FC236}">
                <a16:creationId xmlns:a16="http://schemas.microsoft.com/office/drawing/2014/main" id="{ECAE185E-D3AD-49F0-B71B-D3B17F188058}"/>
              </a:ext>
            </a:extLst>
          </p:cNvPr>
          <p:cNvSpPr>
            <a:spLocks xmlns:a="http://schemas.openxmlformats.org/drawingml/2006/main" noGrp="1"/>
          </p:cNvSpPr>
          <p:nvPr/>
        </p:nvSpPr>
        <p:spPr>
          <a:xfrm xmlns:a="http://schemas.openxmlformats.org/drawingml/2006/main">
            <a:off x="514350" y="5248275"/>
            <a:ext cx="520065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34" name="">
            <a:extLst xmlns:a="http://schemas.openxmlformats.org/drawingml/2006/main">
              <a:ext uri="{FF2B5EF4-FFF2-40B4-BE49-F238E27FC236}">
                <a16:creationId xmlns:a16="http://schemas.microsoft.com/office/drawing/2014/main" id="{B48E96D3-90BB-46AC-AD6D-1C0393CFDAA7}"/>
              </a:ext>
            </a:extLst>
          </p:cNvPr>
          <p:cNvSpPr>
            <a:spLocks xmlns:a="http://schemas.openxmlformats.org/drawingml/2006/main" noGrp="1"/>
          </p:cNvSpPr>
          <p:nvPr/>
        </p:nvSpPr>
        <p:spPr>
          <a:xfrm xmlns:a="http://schemas.openxmlformats.org/drawingml/2006/main">
            <a:off x="6096000" y="1143000"/>
            <a:ext cx="0" cy="4476750"/>
          </a:xfrm>
          <a:prstGeom xmlns:a="http://schemas.openxmlformats.org/drawingml/2006/main" prst="line">
            <a:avLst/>
          </a:prstGeom>
          <a:noFill xmlns:a="http://schemas.openxmlformats.org/drawingml/2006/main"/>
          <a:ln xmlns:a="http://schemas.openxmlformats.org/drawingml/2006/main" w="19050">
            <a:solidFill>
              <a:srgbClr val="D6E1E8"/>
            </a:solidFill>
            <a:prstDash val="solid"/>
          </a:ln>
        </p:spPr>
      </p:sp>
      <p:sp>
        <p:nvSpPr>
          <p:cNvPr id="35" name="">
            <a:extLst xmlns:a="http://schemas.openxmlformats.org/drawingml/2006/main">
              <a:ext uri="{FF2B5EF4-FFF2-40B4-BE49-F238E27FC236}">
                <a16:creationId xmlns:a16="http://schemas.microsoft.com/office/drawing/2014/main" id="{BEC95D79-D11F-403B-8E9D-FE0A6080213D}"/>
              </a:ext>
            </a:extLst>
          </p:cNvPr>
          <p:cNvSpPr>
            <a:spLocks xmlns:a="http://schemas.openxmlformats.org/drawingml/2006/main" noGrp="1"/>
          </p:cNvSpPr>
          <p:nvPr/>
        </p:nvSpPr>
        <p:spPr>
          <a:xfrm xmlns:a="http://schemas.openxmlformats.org/drawingml/2006/main">
            <a:off x="6572250" y="1104900"/>
            <a:ext cx="409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00" b="1">
                <a:solidFill>
                  <a:srgbClr val="5B4CB8"/>
                </a:solidFill>
                <a:latin typeface="Arial"/>
                <a:ea typeface="Arial"/>
                <a:cs typeface="Arial"/>
              </a:defRPr>
            </a:pPr>
            <a:r>
              <a:rPr sz="1500" b="1">
                <a:solidFill>
                  <a:srgbClr val="5B4CB8"/>
                </a:solidFill>
                <a:latin typeface="Arial"/>
                <a:ea typeface="Arial"/>
                <a:cs typeface="Arial"/>
              </a:rPr>
              <a:t>Q&amp;A code map</a:t>
            </a:r>
          </a:p>
        </p:txBody>
      </p:sp>
      <p:sp>
        <p:nvSpPr>
          <p:cNvPr id="36" name="">
            <a:extLst xmlns:a="http://schemas.openxmlformats.org/drawingml/2006/main">
              <a:ext uri="{FF2B5EF4-FFF2-40B4-BE49-F238E27FC236}">
                <a16:creationId xmlns:a16="http://schemas.microsoft.com/office/drawing/2014/main" id="{DFFDA943-92CC-4620-97B1-92A213F54B43}"/>
              </a:ext>
            </a:extLst>
          </p:cNvPr>
          <p:cNvSpPr>
            <a:spLocks xmlns:a="http://schemas.openxmlformats.org/drawingml/2006/main" noGrp="1"/>
          </p:cNvSpPr>
          <p:nvPr/>
        </p:nvSpPr>
        <p:spPr>
          <a:xfrm xmlns:a="http://schemas.openxmlformats.org/drawingml/2006/main">
            <a:off x="6572250" y="161925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125" b="1">
                <a:solidFill>
                  <a:srgbClr val="173042"/>
                </a:solidFill>
                <a:latin typeface="Arial"/>
                <a:ea typeface="Arial"/>
                <a:cs typeface="Arial"/>
              </a:defRPr>
            </a:pPr>
            <a:r>
              <a:rPr sz="1125" b="1">
                <a:solidFill>
                  <a:srgbClr val="173042"/>
                </a:solidFill>
                <a:latin typeface="Arial"/>
                <a:ea typeface="Arial"/>
                <a:cs typeface="Arial"/>
              </a:rPr>
              <a:t>Report form</a:t>
            </a:r>
          </a:p>
        </p:txBody>
      </p:sp>
      <p:sp>
        <p:nvSpPr>
          <p:cNvPr id="37" name="">
            <a:extLst xmlns:a="http://schemas.openxmlformats.org/drawingml/2006/main">
              <a:ext uri="{FF2B5EF4-FFF2-40B4-BE49-F238E27FC236}">
                <a16:creationId xmlns:a16="http://schemas.microsoft.com/office/drawing/2014/main" id="{5268D9C0-70F3-48B0-A52A-C1D56906F31D}"/>
              </a:ext>
            </a:extLst>
          </p:cNvPr>
          <p:cNvSpPr>
            <a:spLocks xmlns:a="http://schemas.openxmlformats.org/drawingml/2006/main" noGrp="1"/>
          </p:cNvSpPr>
          <p:nvPr/>
        </p:nvSpPr>
        <p:spPr>
          <a:xfrm xmlns:a="http://schemas.openxmlformats.org/drawingml/2006/main">
            <a:off x="6572250" y="1876425"/>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050" b="0">
                <a:solidFill>
                  <a:srgbClr val="607284"/>
                </a:solidFill>
                <a:latin typeface="Arial"/>
                <a:ea typeface="Arial"/>
                <a:cs typeface="Arial"/>
              </a:defRPr>
            </a:pPr>
            <a:r>
              <a:rPr sz="1050" b="0">
                <a:solidFill>
                  <a:srgbClr val="607284"/>
                </a:solidFill>
                <a:latin typeface="Arial"/>
                <a:ea typeface="Arial"/>
                <a:cs typeface="Arial"/>
              </a:rPr>
              <a:t>src/app/(resident)/complaints/create.tsx</a:t>
            </a:r>
          </a:p>
        </p:txBody>
      </p:sp>
      <p:sp>
        <p:nvSpPr>
          <p:cNvPr id="38" name="">
            <a:extLst xmlns:a="http://schemas.openxmlformats.org/drawingml/2006/main">
              <a:ext uri="{FF2B5EF4-FFF2-40B4-BE49-F238E27FC236}">
                <a16:creationId xmlns:a16="http://schemas.microsoft.com/office/drawing/2014/main" id="{08AE0169-CE8F-4B51-85E7-EC69801BED11}"/>
              </a:ext>
            </a:extLst>
          </p:cNvPr>
          <p:cNvSpPr>
            <a:spLocks xmlns:a="http://schemas.openxmlformats.org/drawingml/2006/main" noGrp="1"/>
          </p:cNvSpPr>
          <p:nvPr/>
        </p:nvSpPr>
        <p:spPr>
          <a:xfrm xmlns:a="http://schemas.openxmlformats.org/drawingml/2006/main">
            <a:off x="6572250" y="226695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125" b="1">
                <a:solidFill>
                  <a:srgbClr val="173042"/>
                </a:solidFill>
                <a:latin typeface="Arial"/>
                <a:ea typeface="Arial"/>
                <a:cs typeface="Arial"/>
              </a:defRPr>
            </a:pPr>
            <a:r>
              <a:rPr sz="1125" b="1">
                <a:solidFill>
                  <a:srgbClr val="173042"/>
                </a:solidFill>
                <a:latin typeface="Arial"/>
                <a:ea typeface="Arial"/>
                <a:cs typeface="Arial"/>
              </a:rPr>
              <a:t>AI categorization</a:t>
            </a:r>
          </a:p>
        </p:txBody>
      </p:sp>
      <p:sp>
        <p:nvSpPr>
          <p:cNvPr id="39" name="">
            <a:extLst xmlns:a="http://schemas.openxmlformats.org/drawingml/2006/main">
              <a:ext uri="{FF2B5EF4-FFF2-40B4-BE49-F238E27FC236}">
                <a16:creationId xmlns:a16="http://schemas.microsoft.com/office/drawing/2014/main" id="{3122A25E-0E33-425A-A86C-123339D91D48}"/>
              </a:ext>
            </a:extLst>
          </p:cNvPr>
          <p:cNvSpPr>
            <a:spLocks xmlns:a="http://schemas.openxmlformats.org/drawingml/2006/main" noGrp="1"/>
          </p:cNvSpPr>
          <p:nvPr/>
        </p:nvSpPr>
        <p:spPr>
          <a:xfrm xmlns:a="http://schemas.openxmlformats.org/drawingml/2006/main">
            <a:off x="6572250" y="2524125"/>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050" b="0">
                <a:solidFill>
                  <a:srgbClr val="607284"/>
                </a:solidFill>
                <a:latin typeface="Arial"/>
                <a:ea typeface="Arial"/>
                <a:cs typeface="Arial"/>
              </a:defRPr>
            </a:pPr>
            <a:r>
              <a:rPr sz="1050" b="0">
                <a:solidFill>
                  <a:srgbClr val="607284"/>
                </a:solidFill>
                <a:latin typeface="Arial"/>
                <a:ea typeface="Arial"/>
                <a:cs typeface="Arial"/>
              </a:rPr>
              <a:t>src/services/ai.service.ts</a:t>
            </a:r>
          </a:p>
        </p:txBody>
      </p:sp>
      <p:sp>
        <p:nvSpPr>
          <p:cNvPr id="40" name="">
            <a:extLst xmlns:a="http://schemas.openxmlformats.org/drawingml/2006/main">
              <a:ext uri="{FF2B5EF4-FFF2-40B4-BE49-F238E27FC236}">
                <a16:creationId xmlns:a16="http://schemas.microsoft.com/office/drawing/2014/main" id="{7F8BCE17-A890-4B8A-B5EC-6B1FC260BD7A}"/>
              </a:ext>
            </a:extLst>
          </p:cNvPr>
          <p:cNvSpPr>
            <a:spLocks xmlns:a="http://schemas.openxmlformats.org/drawingml/2006/main" noGrp="1"/>
          </p:cNvSpPr>
          <p:nvPr/>
        </p:nvSpPr>
        <p:spPr>
          <a:xfrm xmlns:a="http://schemas.openxmlformats.org/drawingml/2006/main">
            <a:off x="6572250" y="291465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125" b="1">
                <a:solidFill>
                  <a:srgbClr val="173042"/>
                </a:solidFill>
                <a:latin typeface="Arial"/>
                <a:ea typeface="Arial"/>
                <a:cs typeface="Arial"/>
              </a:defRPr>
            </a:pPr>
            <a:r>
              <a:rPr sz="1125" b="1">
                <a:solidFill>
                  <a:srgbClr val="173042"/>
                </a:solidFill>
                <a:latin typeface="Arial"/>
                <a:ea typeface="Arial"/>
                <a:cs typeface="Arial"/>
              </a:rPr>
              <a:t>Duplicate detection</a:t>
            </a:r>
          </a:p>
        </p:txBody>
      </p:sp>
      <p:sp>
        <p:nvSpPr>
          <p:cNvPr id="41" name="">
            <a:extLst xmlns:a="http://schemas.openxmlformats.org/drawingml/2006/main">
              <a:ext uri="{FF2B5EF4-FFF2-40B4-BE49-F238E27FC236}">
                <a16:creationId xmlns:a16="http://schemas.microsoft.com/office/drawing/2014/main" id="{0A329D8C-35BE-4C5C-9199-94BDE2B74B97}"/>
              </a:ext>
            </a:extLst>
          </p:cNvPr>
          <p:cNvSpPr>
            <a:spLocks xmlns:a="http://schemas.openxmlformats.org/drawingml/2006/main" noGrp="1"/>
          </p:cNvSpPr>
          <p:nvPr/>
        </p:nvSpPr>
        <p:spPr>
          <a:xfrm xmlns:a="http://schemas.openxmlformats.org/drawingml/2006/main">
            <a:off x="6572250" y="3171825"/>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050" b="0">
                <a:solidFill>
                  <a:srgbClr val="607284"/>
                </a:solidFill>
                <a:latin typeface="Arial"/>
                <a:ea typeface="Arial"/>
                <a:cs typeface="Arial"/>
              </a:defRPr>
            </a:pPr>
            <a:r>
              <a:rPr sz="1050" b="0">
                <a:solidFill>
                  <a:srgbClr val="607284"/>
                </a:solidFill>
                <a:latin typeface="Arial"/>
                <a:ea typeface="Arial"/>
                <a:cs typeface="Arial"/>
              </a:rPr>
              <a:t>src/services/duplicate.service.ts</a:t>
            </a:r>
          </a:p>
        </p:txBody>
      </p:sp>
      <p:sp>
        <p:nvSpPr>
          <p:cNvPr id="42" name="">
            <a:extLst xmlns:a="http://schemas.openxmlformats.org/drawingml/2006/main">
              <a:ext uri="{FF2B5EF4-FFF2-40B4-BE49-F238E27FC236}">
                <a16:creationId xmlns:a16="http://schemas.microsoft.com/office/drawing/2014/main" id="{F9C13445-E9A2-49E3-81DC-A9745CF7A48D}"/>
              </a:ext>
            </a:extLst>
          </p:cNvPr>
          <p:cNvSpPr>
            <a:spLocks xmlns:a="http://schemas.openxmlformats.org/drawingml/2006/main" noGrp="1"/>
          </p:cNvSpPr>
          <p:nvPr/>
        </p:nvSpPr>
        <p:spPr>
          <a:xfrm xmlns:a="http://schemas.openxmlformats.org/drawingml/2006/main">
            <a:off x="6572250" y="356235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125" b="1">
                <a:solidFill>
                  <a:srgbClr val="173042"/>
                </a:solidFill>
                <a:latin typeface="Arial"/>
                <a:ea typeface="Arial"/>
                <a:cs typeface="Arial"/>
              </a:defRPr>
            </a:pPr>
            <a:r>
              <a:rPr sz="1125" b="1">
                <a:solidFill>
                  <a:srgbClr val="173042"/>
                </a:solidFill>
                <a:latin typeface="Arial"/>
                <a:ea typeface="Arial"/>
                <a:cs typeface="Arial"/>
              </a:rPr>
              <a:t>Authority workflow</a:t>
            </a:r>
          </a:p>
        </p:txBody>
      </p:sp>
      <p:sp>
        <p:nvSpPr>
          <p:cNvPr id="43" name="">
            <a:extLst xmlns:a="http://schemas.openxmlformats.org/drawingml/2006/main">
              <a:ext uri="{FF2B5EF4-FFF2-40B4-BE49-F238E27FC236}">
                <a16:creationId xmlns:a16="http://schemas.microsoft.com/office/drawing/2014/main" id="{8737E0A3-8514-4984-918E-3618CA237CD1}"/>
              </a:ext>
            </a:extLst>
          </p:cNvPr>
          <p:cNvSpPr>
            <a:spLocks xmlns:a="http://schemas.openxmlformats.org/drawingml/2006/main" noGrp="1"/>
          </p:cNvSpPr>
          <p:nvPr/>
        </p:nvSpPr>
        <p:spPr>
          <a:xfrm xmlns:a="http://schemas.openxmlformats.org/drawingml/2006/main">
            <a:off x="6572250" y="3819525"/>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050" b="0">
                <a:solidFill>
                  <a:srgbClr val="607284"/>
                </a:solidFill>
                <a:latin typeface="Arial"/>
                <a:ea typeface="Arial"/>
                <a:cs typeface="Arial"/>
              </a:defRPr>
            </a:pPr>
            <a:r>
              <a:rPr sz="1050" b="0">
                <a:solidFill>
                  <a:srgbClr val="607284"/>
                </a:solidFill>
                <a:latin typeface="Arial"/>
                <a:ea typeface="Arial"/>
                <a:cs typeface="Arial"/>
              </a:rPr>
              <a:t>src/components/authority/authority-complaint-detail-screen.tsx</a:t>
            </a:r>
          </a:p>
        </p:txBody>
      </p:sp>
      <p:sp>
        <p:nvSpPr>
          <p:cNvPr id="44" name="">
            <a:extLst xmlns:a="http://schemas.openxmlformats.org/drawingml/2006/main">
              <a:ext uri="{FF2B5EF4-FFF2-40B4-BE49-F238E27FC236}">
                <a16:creationId xmlns:a16="http://schemas.microsoft.com/office/drawing/2014/main" id="{F5D3F6E1-6E1D-443B-BB88-7675B3A83564}"/>
              </a:ext>
            </a:extLst>
          </p:cNvPr>
          <p:cNvSpPr>
            <a:spLocks xmlns:a="http://schemas.openxmlformats.org/drawingml/2006/main" noGrp="1"/>
          </p:cNvSpPr>
          <p:nvPr/>
        </p:nvSpPr>
        <p:spPr>
          <a:xfrm xmlns:a="http://schemas.openxmlformats.org/drawingml/2006/main">
            <a:off x="6572250" y="421005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125" b="1">
                <a:solidFill>
                  <a:srgbClr val="173042"/>
                </a:solidFill>
                <a:latin typeface="Arial"/>
                <a:ea typeface="Arial"/>
                <a:cs typeface="Arial"/>
              </a:defRPr>
            </a:pPr>
            <a:r>
              <a:rPr sz="1125" b="1">
                <a:solidFill>
                  <a:srgbClr val="173042"/>
                </a:solidFill>
                <a:latin typeface="Arial"/>
                <a:ea typeface="Arial"/>
                <a:cs typeface="Arial"/>
              </a:rPr>
              <a:t>Notifications</a:t>
            </a:r>
          </a:p>
        </p:txBody>
      </p:sp>
      <p:sp>
        <p:nvSpPr>
          <p:cNvPr id="45" name="">
            <a:extLst xmlns:a="http://schemas.openxmlformats.org/drawingml/2006/main">
              <a:ext uri="{FF2B5EF4-FFF2-40B4-BE49-F238E27FC236}">
                <a16:creationId xmlns:a16="http://schemas.microsoft.com/office/drawing/2014/main" id="{59ACF7DB-7D5C-452F-9C9E-9BB933FB871F}"/>
              </a:ext>
            </a:extLst>
          </p:cNvPr>
          <p:cNvSpPr>
            <a:spLocks xmlns:a="http://schemas.openxmlformats.org/drawingml/2006/main" noGrp="1"/>
          </p:cNvSpPr>
          <p:nvPr/>
        </p:nvSpPr>
        <p:spPr>
          <a:xfrm xmlns:a="http://schemas.openxmlformats.org/drawingml/2006/main">
            <a:off x="6572250" y="4467225"/>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050" b="0">
                <a:solidFill>
                  <a:srgbClr val="607284"/>
                </a:solidFill>
                <a:latin typeface="Arial"/>
                <a:ea typeface="Arial"/>
                <a:cs typeface="Arial"/>
              </a:defRPr>
            </a:pPr>
            <a:r>
              <a:rPr sz="1050" b="0">
                <a:solidFill>
                  <a:srgbClr val="607284"/>
                </a:solidFill>
                <a:latin typeface="Arial"/>
                <a:ea typeface="Arial"/>
                <a:cs typeface="Arial"/>
              </a:rPr>
              <a:t>src/store/notification-store.ts</a:t>
            </a:r>
          </a:p>
        </p:txBody>
      </p:sp>
      <p:sp>
        <p:nvSpPr>
          <p:cNvPr id="46" name="">
            <a:extLst xmlns:a="http://schemas.openxmlformats.org/drawingml/2006/main">
              <a:ext uri="{FF2B5EF4-FFF2-40B4-BE49-F238E27FC236}">
                <a16:creationId xmlns:a16="http://schemas.microsoft.com/office/drawing/2014/main" id="{786C4902-05F9-4F12-9943-7B001CF9D5B1}"/>
              </a:ext>
            </a:extLst>
          </p:cNvPr>
          <p:cNvSpPr>
            <a:spLocks xmlns:a="http://schemas.openxmlformats.org/drawingml/2006/main" noGrp="1"/>
          </p:cNvSpPr>
          <p:nvPr/>
        </p:nvSpPr>
        <p:spPr>
          <a:xfrm xmlns:a="http://schemas.openxmlformats.org/drawingml/2006/main">
            <a:off x="6572250" y="485775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125" b="1">
                <a:solidFill>
                  <a:srgbClr val="173042"/>
                </a:solidFill>
                <a:latin typeface="Arial"/>
                <a:ea typeface="Arial"/>
                <a:cs typeface="Arial"/>
              </a:defRPr>
            </a:pPr>
            <a:r>
              <a:rPr sz="1125" b="1">
                <a:solidFill>
                  <a:srgbClr val="173042"/>
                </a:solidFill>
                <a:latin typeface="Arial"/>
                <a:ea typeface="Arial"/>
                <a:cs typeface="Arial"/>
              </a:rPr>
              <a:t>PDF analytics</a:t>
            </a:r>
          </a:p>
        </p:txBody>
      </p:sp>
      <p:sp>
        <p:nvSpPr>
          <p:cNvPr id="47" name="">
            <a:extLst xmlns:a="http://schemas.openxmlformats.org/drawingml/2006/main">
              <a:ext uri="{FF2B5EF4-FFF2-40B4-BE49-F238E27FC236}">
                <a16:creationId xmlns:a16="http://schemas.microsoft.com/office/drawing/2014/main" id="{5A0A6A50-3542-4D6B-8DA1-37A12E72C7E2}"/>
              </a:ext>
            </a:extLst>
          </p:cNvPr>
          <p:cNvSpPr>
            <a:spLocks xmlns:a="http://schemas.openxmlformats.org/drawingml/2006/main" noGrp="1"/>
          </p:cNvSpPr>
          <p:nvPr/>
        </p:nvSpPr>
        <p:spPr>
          <a:xfrm xmlns:a="http://schemas.openxmlformats.org/drawingml/2006/main">
            <a:off x="6572250" y="5114925"/>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050" b="0">
                <a:solidFill>
                  <a:srgbClr val="607284"/>
                </a:solidFill>
                <a:latin typeface="Arial"/>
                <a:ea typeface="Arial"/>
                <a:cs typeface="Arial"/>
              </a:defRPr>
            </a:pPr>
            <a:r>
              <a:rPr sz="1050" b="0">
                <a:solidFill>
                  <a:srgbClr val="607284"/>
                </a:solidFill>
                <a:latin typeface="Arial"/>
                <a:ea typeface="Arial"/>
                <a:cs typeface="Arial"/>
              </a:rPr>
              <a:t>src/services/*-analytics-report.service.ts</a:t>
            </a:r>
          </a:p>
        </p:txBody>
      </p:sp>
      <p:sp>
        <p:nvSpPr>
          <p:cNvPr id="48" name="">
            <a:extLst xmlns:a="http://schemas.openxmlformats.org/drawingml/2006/main">
              <a:ext uri="{FF2B5EF4-FFF2-40B4-BE49-F238E27FC236}">
                <a16:creationId xmlns:a16="http://schemas.microsoft.com/office/drawing/2014/main" id="{CF0ADFD1-DEF6-430C-8F9D-869754CAC42D}"/>
              </a:ext>
            </a:extLst>
          </p:cNvPr>
          <p:cNvSpPr>
            <a:spLocks xmlns:a="http://schemas.openxmlformats.org/drawingml/2006/main" noGrp="1"/>
          </p:cNvSpPr>
          <p:nvPr/>
        </p:nvSpPr>
        <p:spPr>
          <a:xfrm xmlns:a="http://schemas.openxmlformats.org/drawingml/2006/main">
            <a:off x="6572250" y="5657850"/>
            <a:ext cx="4667250" cy="590550"/>
          </a:xfrm>
          <a:prstGeom xmlns:a="http://schemas.openxmlformats.org/drawingml/2006/main" prst="roundRect">
            <a:avLst>
              <a:gd name="adj" fmla="val 19355"/>
            </a:avLst>
          </a:prstGeom>
          <a:solidFill xmlns:a="http://schemas.openxmlformats.org/drawingml/2006/main">
            <a:srgbClr val="FFF0D8"/>
          </a:solidFill>
          <a:ln xmlns:a="http://schemas.openxmlformats.org/drawingml/2006/main" w="9525">
            <a:solidFill>
              <a:srgbClr val="E7C48F"/>
            </a:solidFill>
            <a:prstDash val="solid"/>
          </a:ln>
        </p:spPr>
        <p:txBody>
          <a:bodyPr xmlns:a="http://schemas.openxmlformats.org/drawingml/2006/main" lIns="133350" tIns="57150" rIns="133350" bIns="57150" anchor="ctr"/>
          <a:lstStyle xmlns:a="http://schemas.openxmlformats.org/drawingml/2006/main"/>
          <a:p xmlns:a="http://schemas.openxmlformats.org/drawingml/2006/main">
            <a:pPr algn="ctr">
              <a:defRPr sz="1200" b="1">
                <a:solidFill>
                  <a:srgbClr val="9A5A18"/>
                </a:solidFill>
                <a:latin typeface="Arial"/>
                <a:ea typeface="Arial"/>
                <a:cs typeface="Arial"/>
              </a:defRPr>
            </a:pPr>
            <a:r>
              <a:rPr sz="1200" b="1">
                <a:solidFill>
                  <a:srgbClr val="9A5A18"/>
                </a:solidFill>
                <a:latin typeface="Arial"/>
                <a:ea typeface="Arial"/>
                <a:cs typeface="Arial"/>
              </a:rPr>
              <a:t>Prepare the app on the resident and authority screens before the timer starts.</a:t>
            </a:r>
          </a:p>
        </p:txBody>
      </p:sp>
      <p:sp>
        <p:nvSpPr>
          <p:cNvPr id="49" name="">
            <a:extLst xmlns:a="http://schemas.openxmlformats.org/drawingml/2006/main">
              <a:ext uri="{FF2B5EF4-FFF2-40B4-BE49-F238E27FC236}">
                <a16:creationId xmlns:a16="http://schemas.microsoft.com/office/drawing/2014/main" id="{397E1749-DD90-47B2-8DEE-3AEEF981F124}"/>
              </a:ext>
            </a:extLst>
          </p:cNvPr>
          <p:cNvSpPr>
            <a:spLocks xmlns:a="http://schemas.openxmlformats.org/drawingml/2006/main" noGrp="1"/>
          </p:cNvSpPr>
          <p:nvPr/>
        </p:nvSpPr>
        <p:spPr>
          <a:xfrm xmlns:a="http://schemas.openxmlformats.org/drawingml/2006/main">
            <a:off x="457200" y="655320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825" b="0">
                <a:solidFill>
                  <a:srgbClr val="607284"/>
                </a:solidFill>
                <a:latin typeface="Arial"/>
                <a:ea typeface="Arial"/>
                <a:cs typeface="Arial"/>
              </a:defRPr>
            </a:pPr>
            <a:r>
              <a:rPr sz="825" b="0">
                <a:solidFill>
                  <a:srgbClr val="607284"/>
                </a:solidFill>
                <a:latin typeface="Arial"/>
                <a:ea typeface="Arial"/>
                <a:cs typeface="Arial"/>
              </a:rPr>
              <a:t>Nogor Shomadhan  •  Final user manual</a:t>
            </a:r>
          </a:p>
        </p:txBody>
      </p:sp>
      <p:sp>
        <p:nvSpPr>
          <p:cNvPr id="50" name="">
            <a:extLst xmlns:a="http://schemas.openxmlformats.org/drawingml/2006/main">
              <a:ext uri="{FF2B5EF4-FFF2-40B4-BE49-F238E27FC236}">
                <a16:creationId xmlns:a16="http://schemas.microsoft.com/office/drawing/2014/main" id="{009B5665-102A-49B9-AD51-7C8406802EF4}"/>
              </a:ext>
            </a:extLst>
          </p:cNvPr>
          <p:cNvSpPr>
            <a:spLocks xmlns:a="http://schemas.openxmlformats.org/drawingml/2006/main" noGrp="1"/>
          </p:cNvSpPr>
          <p:nvPr/>
        </p:nvSpPr>
        <p:spPr>
          <a:xfrm xmlns:a="http://schemas.openxmlformats.org/drawingml/2006/main">
            <a:off x="11372850" y="65341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900" b="1">
                <a:solidFill>
                  <a:srgbClr val="607284"/>
                </a:solidFill>
                <a:latin typeface="Arial"/>
                <a:ea typeface="Arial"/>
                <a:cs typeface="Arial"/>
              </a:defRPr>
            </a:pPr>
            <a:r>
              <a:rPr sz="900" b="1">
                <a:solidFill>
                  <a:srgbClr val="607284"/>
                </a:solidFill>
                <a:latin typeface="Arial"/>
                <a:ea typeface="Arial"/>
                <a:cs typeface="Arial"/>
              </a:rPr>
              <a:t>13</a:t>
            </a:r>
          </a:p>
        </p:txBody>
      </p:sp>
    </p:spTree>
    <p:extLst>
      <p:ext uri="{BB962C8B-B14F-4D97-AF65-F5344CB8AC3E}">
        <p14:creationId xmlns:p14="http://schemas.microsoft.com/office/powerpoint/2010/main" val="14119802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2026-09-11T20:24:52.4730000Z</dcterms:created>
  <dcterms:modified xsi:type="dcterms:W3CDTF">2026-09-11T20:24:52.4730000Z</dcterms:modified>
</coreProperties>
</file>